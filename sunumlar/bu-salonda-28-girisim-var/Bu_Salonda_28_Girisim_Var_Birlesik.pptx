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</p:sldIdLst>
  <p:notesMasterIdLst>
    <p:notesMasterId r:id="rId8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notesMaster" Target="notesMasters/notesMaster1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0:00–0:48 · 48 sn] [Ölçüt: Etkileyici giriş (HİŞT): Heyecan + Şaşkınlık (10.000 ₺) + Tepki (gülme) + İlgi (sır)]
[ADIM 1/7]
[Sahneye gel, ortada dur, salona bak, gülümse. Kurs hocası tonuyla:]
Girişimcilik kursunun birinci dersine hoş geldiniz. [TIKLA — fiş] Küçük bir formalite: kurs ücretini yatıranlar el kaldırsın. [bekle; kimse kaldırmaz; gül] Ben de yatırmadım.
[TIKLA — hizmet içi] Ama ders şurada: bedel ödemeye razı kimse yoksa buna girişim demiyoruz; zorunlu hizmet içi eğitim diyoruz. [gülüşme] Bugün bunu düzelteceğiz.
[TIKLA — hoca kartı] Hocanız benim: Rauf Enç. Elektronik mühendisi, ilahiyatçı, öğretmen; yapay zekâyla iş üretirim, kitap yazdım… ve girişimciler yetiştiririm. [TIKLA — çarşıya dönmüş salon] Cuma günü bu salon da o listeye eklenecek.
Söz veriyorum: bu hafta öğreneceklerinizi uygularsanız milyoner olacaksınız. [TIKLA — öncesi/sonrası] Uygularsanız. [parmak salla, gülümse] [TIKLA]
Sabahtan beri on üç ders dinlediniz. Üzülmeyin: onlar bu kursun ücretsiz tanıtım dersleriydi. [gülüşme] Size bir sır vereyim mi? [bir adım öne, sesi alçalt] On üçü de… benim dersimin konusunu anlattı. Sadece haberleri yoktu. [TIKLA → film]
(Kural: cümleyi bitir, sonra gül; gülüş kelimeyi yutmasın.)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0:00–0:48 · 48 sn] [Ölçüt: Etkileyici giriş (HİŞT): Heyecan + Şaşkınlık (10.000 ₺) + Tepki (gülme) + İlgi (sır)]
[ADIM 2/7]
[Sahneye gel, ortada dur, salona bak, gülümse. Kurs hocası tonuyla:]
Girişimcilik kursunun birinci dersine hoş geldiniz. [TIKLA — fiş] Küçük bir formalite: kurs ücretini yatıranlar el kaldırsın. [bekle; kimse kaldırmaz; gül] Ben de yatırmadım.
[TIKLA — hizmet içi] Ama ders şurada: bedel ödemeye razı kimse yoksa buna girişim demiyoruz; zorunlu hizmet içi eğitim diyoruz. [gülüşme] Bugün bunu düzelteceğiz.
[TIKLA — hoca kartı] Hocanız benim: Rauf Enç. Elektronik mühendisi, ilahiyatçı, öğretmen; yapay zekâyla iş üretirim, kitap yazdım… ve girişimciler yetiştiririm. [TIKLA — çarşıya dönmüş salon] Cuma günü bu salon da o listeye eklenecek.
Söz veriyorum: bu hafta öğreneceklerinizi uygularsanız milyoner olacaksınız. [TIKLA — öncesi/sonrası] Uygularsanız. [parmak salla, gülümse] [TIKLA]
Sabahtan beri on üç ders dinlediniz. Üzülmeyin: onlar bu kursun ücretsiz tanıtım dersleriydi. [gülüşme] Size bir sır vereyim mi? [bir adım öne, sesi alçalt] On üçü de… benim dersimin konusunu anlattı. Sadece haberleri yoktu. [TIKLA → film]
(Kural: cümleyi bitir, sonra gül; gülüş kelimeyi yutmasın.)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0:00–0:48 · 48 sn] [Ölçüt: Etkileyici giriş (HİŞT): Heyecan + Şaşkınlık (10.000 ₺) + Tepki (gülme) + İlgi (sır)]
[ADIM 3/7]
[Sahneye gel, ortada dur, salona bak, gülümse. Kurs hocası tonuyla:]
Girişimcilik kursunun birinci dersine hoş geldiniz. [TIKLA — fiş] Küçük bir formalite: kurs ücretini yatıranlar el kaldırsın. [bekle; kimse kaldırmaz; gül] Ben de yatırmadım.
[TIKLA — hizmet içi] Ama ders şurada: bedel ödemeye razı kimse yoksa buna girişim demiyoruz; zorunlu hizmet içi eğitim diyoruz. [gülüşme] Bugün bunu düzelteceğiz.
[TIKLA — hoca kartı] Hocanız benim: Rauf Enç. Elektronik mühendisi, ilahiyatçı, öğretmen; yapay zekâyla iş üretirim, kitap yazdım… ve girişimciler yetiştiririm. [TIKLA — çarşıya dönmüş salon] Cuma günü bu salon da o listeye eklenecek.
Söz veriyorum: bu hafta öğreneceklerinizi uygularsanız milyoner olacaksınız. [TIKLA — öncesi/sonrası] Uygularsanız. [parmak salla, gülümse] [TIKLA]
Sabahtan beri on üç ders dinlediniz. Üzülmeyin: onlar bu kursun ücretsiz tanıtım dersleriydi. [gülüşme] Size bir sır vereyim mi? [bir adım öne, sesi alçalt] On üçü de… benim dersimin konusunu anlattı. Sadece haberleri yoktu. [TIKLA → film]
(Kural: cümleyi bitir, sonra gül; gülüş kelimeyi yutmasın.)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0:00–0:48 · 48 sn] [Ölçüt: Etkileyici giriş (HİŞT): Heyecan + Şaşkınlık (10.000 ₺) + Tepki (gülme) + İlgi (sır)]
[ADIM 4/7]
[Sahneye gel, ortada dur, salona bak, gülümse. Kurs hocası tonuyla:]
Girişimcilik kursunun birinci dersine hoş geldiniz. [TIKLA — fiş] Küçük bir formalite: kurs ücretini yatıranlar el kaldırsın. [bekle; kimse kaldırmaz; gül] Ben de yatırmadım.
[TIKLA — hizmet içi] Ama ders şurada: bedel ödemeye razı kimse yoksa buna girişim demiyoruz; zorunlu hizmet içi eğitim diyoruz. [gülüşme] Bugün bunu düzelteceğiz.
[TIKLA — hoca kartı] Hocanız benim: Rauf Enç. Elektronik mühendisi, ilahiyatçı, öğretmen; yapay zekâyla iş üretirim, kitap yazdım… ve girişimciler yetiştiririm. [TIKLA — çarşıya dönmüş salon] Cuma günü bu salon da o listeye eklenecek.
Söz veriyorum: bu hafta öğreneceklerinizi uygularsanız milyoner olacaksınız. [TIKLA — öncesi/sonrası] Uygularsanız. [parmak salla, gülümse] [TIKLA]
Sabahtan beri on üç ders dinlediniz. Üzülmeyin: onlar bu kursun ücretsiz tanıtım dersleriydi. [gülüşme] Size bir sır vereyim mi? [bir adım öne, sesi alçalt] On üçü de… benim dersimin konusunu anlattı. Sadece haberleri yoktu. [TIKLA → film]
(Kural: cümleyi bitir, sonra gül; gülüş kelimeyi yutmasın.)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0:00–0:48 · 48 sn] [Ölçüt: Etkileyici giriş (HİŞT): Heyecan + Şaşkınlık (10.000 ₺) + Tepki (gülme) + İlgi (sır)]
[ADIM 5/7]
[Sahneye gel, ortada dur, salona bak, gülümse. Kurs hocası tonuyla:]
Girişimcilik kursunun birinci dersine hoş geldiniz. [TIKLA — fiş] Küçük bir formalite: kurs ücretini yatıranlar el kaldırsın. [bekle; kimse kaldırmaz; gül] Ben de yatırmadım.
[TIKLA — hizmet içi] Ama ders şurada: bedel ödemeye razı kimse yoksa buna girişim demiyoruz; zorunlu hizmet içi eğitim diyoruz. [gülüşme] Bugün bunu düzelteceğiz.
[TIKLA — hoca kartı] Hocanız benim: Rauf Enç. Elektronik mühendisi, ilahiyatçı, öğretmen; yapay zekâyla iş üretirim, kitap yazdım… ve girişimciler yetiştiririm. [TIKLA — çarşıya dönmüş salon] Cuma günü bu salon da o listeye eklenecek.
Söz veriyorum: bu hafta öğreneceklerinizi uygularsanız milyoner olacaksınız. [TIKLA — öncesi/sonrası] Uygularsanız. [parmak salla, gülümse] [TIKLA]
Sabahtan beri on üç ders dinlediniz. Üzülmeyin: onlar bu kursun ücretsiz tanıtım dersleriydi. [gülüşme] Size bir sır vereyim mi? [bir adım öne, sesi alçalt] On üçü de… benim dersimin konusunu anlattı. Sadece haberleri yoktu. [TIKLA → film]
(Kural: cümleyi bitir, sonra gül; gülüş kelimeyi yutmasın.)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0:00–0:48 · 48 sn] [Ölçüt: Etkileyici giriş (HİŞT): Heyecan + Şaşkınlık (10.000 ₺) + Tepki (gülme) + İlgi (sır)]
[ADIM 6/7]
[Sahneye gel, ortada dur, salona bak, gülümse. Kurs hocası tonuyla:]
Girişimcilik kursunun birinci dersine hoş geldiniz. [TIKLA — fiş] Küçük bir formalite: kurs ücretini yatıranlar el kaldırsın. [bekle; kimse kaldırmaz; gül] Ben de yatırmadım.
[TIKLA — hizmet içi] Ama ders şurada: bedel ödemeye razı kimse yoksa buna girişim demiyoruz; zorunlu hizmet içi eğitim diyoruz. [gülüşme] Bugün bunu düzelteceğiz.
[TIKLA — hoca kartı] Hocanız benim: Rauf Enç. Elektronik mühendisi, ilahiyatçı, öğretmen; yapay zekâyla iş üretirim, kitap yazdım… ve girişimciler yetiştiririm. [TIKLA — çarşıya dönmüş salon] Cuma günü bu salon da o listeye eklenecek.
Söz veriyorum: bu hafta öğreneceklerinizi uygularsanız milyoner olacaksınız. [TIKLA — öncesi/sonrası] Uygularsanız. [parmak salla, gülümse] [TIKLA]
Sabahtan beri on üç ders dinlediniz. Üzülmeyin: onlar bu kursun ücretsiz tanıtım dersleriydi. [gülüşme] Size bir sır vereyim mi? [bir adım öne, sesi alçalt] On üçü de… benim dersimin konusunu anlattı. Sadece haberleri yoktu. [TIKLA → film]
(Kural: cümleyi bitir, sonra gül; gülüş kelimeyi yutmasın.)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0:00–0:48 · 48 sn] [Ölçüt: Etkileyici giriş (HİŞT): Heyecan + Şaşkınlık (10.000 ₺) + Tepki (gülme) + İlgi (sır)]
[ADIM 7/7]
[Sahneye gel, ortada dur, salona bak, gülümse. Kurs hocası tonuyla:]
Girişimcilik kursunun birinci dersine hoş geldiniz. [TIKLA — fiş] Küçük bir formalite: kurs ücretini yatıranlar el kaldırsın. [bekle; kimse kaldırmaz; gül] Ben de yatırmadım.
[TIKLA — hizmet içi] Ama ders şurada: bedel ödemeye razı kimse yoksa buna girişim demiyoruz; zorunlu hizmet içi eğitim diyoruz. [gülüşme] Bugün bunu düzelteceğiz.
[TIKLA — hoca kartı] Hocanız benim: Rauf Enç. Elektronik mühendisi, ilahiyatçı, öğretmen; yapay zekâyla iş üretirim, kitap yazdım… ve girişimciler yetiştiririm. [TIKLA — çarşıya dönmüş salon] Cuma günü bu salon da o listeye eklenecek.
Söz veriyorum: bu hafta öğreneceklerinizi uygularsanız milyoner olacaksınız. [TIKLA — öncesi/sonrası] Uygularsanız. [parmak salla, gülümse] [TIKLA]
Sabahtan beri on üç ders dinlediniz. Üzülmeyin: onlar bu kursun ücretsiz tanıtım dersleriydi. [gülüşme] Size bir sır vereyim mi? [bir adım öne, sesi alçalt] On üçü de… benim dersimin konusunu anlattı. Sadece haberleri yoktu. [TIKLA → film]
(Kural: cümleyi bitir, sonra gül; gülüş kelimeyi yutmasın.)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0:48–1:19 · 31 sn] [Ölçüt: Etkileyici giriş (HİŞT): Heyecan, Görsel ve işitsel araçlar]
[Film kendiliğinden başlar (~31 sn, Emmett anlatıyor). Sen salona dön; kendi konularını duyunca gülümseyecekler. Film bitince TIKLA.]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1:19–1:33 · 14 sn] [Ölçüt: Etkileyici giriş (HİŞT): Tepki (el kaldırma), Dinleyicilerle etkileşim, Dinleyici ihtiyaçlarına uygunluk]
[ADIM 1/4]
Evet: bu salonda yirmi sekiz konu, yirmi sekiz girişim var. [TIKLA — benden öncekiler yanar]
Benden öncekilerin her biri bir derdin peşindeydi. [TIKLA]
Bir el kaldıralım: Kendini girişimci sayan? [elini kaldır, say: "iki… üç…"] [TIKLA]
Peki bir derdi çözmek için kendi başına bir şey kuran? Bir kulüp, bir kermes… [eller kalkar] İşte o eller girişimci elleri.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1:19–1:33 · 14 sn] [Ölçüt: Etkileyici giriş (HİŞT): Tepki (el kaldırma), Dinleyicilerle etkileşim, Dinleyici ihtiyaçlarına uygunluk]
[ADIM 2/4]
Evet: bu salonda yirmi sekiz konu, yirmi sekiz girişim var. [TIKLA — benden öncekiler yanar]
Benden öncekilerin her biri bir derdin peşindeydi. [TIKLA]
Bir el kaldıralım: Kendini girişimci sayan? [elini kaldır, say: "iki… üç…"] [TIKLA]
Peki bir derdi çözmek için kendi başına bir şey kuran? Bir kulüp, bir kermes… [eller kalkar] İşte o eller girişimci elleri.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1:19–1:33 · 14 sn] [Ölçüt: Etkileyici giriş (HİŞT): Tepki (el kaldırma), Dinleyicilerle etkileşim, Dinleyici ihtiyaçlarına uygunluk]
[ADIM 3/4]
Evet: bu salonda yirmi sekiz konu, yirmi sekiz girişim var. [TIKLA — benden öncekiler yanar]
Benden öncekilerin her biri bir derdin peşindeydi. [TIKLA]
Bir el kaldıralım: Kendini girişimci sayan? [elini kaldır, say: "iki… üç…"] [TIKLA]
Peki bir derdi çözmek için kendi başına bir şey kuran? Bir kulüp, bir kermes… [eller kalkar] İşte o eller girişimci elleri.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1:19–1:33 · 14 sn] [Ölçüt: Etkileyici giriş (HİŞT): Tepki (el kaldırma), Dinleyicilerle etkileşim, Dinleyici ihtiyaçlarına uygunluk]
[ADIM 4/4]
Evet: bu salonda yirmi sekiz konu, yirmi sekiz girişim var. [TIKLA — benden öncekiler yanar]
Benden öncekilerin her biri bir derdin peşindeydi. [TIKLA]
Bir el kaldıralım: Kendini girişimci sayan? [elini kaldır, say: "iki… üç…"] [TIKLA]
Peki bir derdi çözmek için kendi başına bir şey kuran? Bir kulüp, bir kermes… [eller kalkar] İşte o eller girişimci elleri.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1:33–1:58 · 25 sn] [Ölçüt: Konu çerçevesi ve anlaşılabilirlik, Kazanım]
[ADIM 1/4]
Öğretmenler odasında girişim fikri böyle karşılanır: "Önce çayını iç, geçer." [bekle] Geçmiyor. [TIKLA]
Çünkü girişim şirket kurmak değil: bir derdi, birinin bedel ödemeye razı olduğu bir çözüme dönüştürmek. [TIKLA]
Üç kelime: Dert, Deney, Değer. [parmakla say] Yapay zekânın hangisini ucuzlattığını, hangisine dokunamadığını da göreceğiz. [TIKLA]
Sözüm şu: Bu salondan çıkarken her biriniz kendi sunum konunuzdan bir girişim fikri çıkarabileceksiniz.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1:33–1:58 · 25 sn] [Ölçüt: Konu çerçevesi ve anlaşılabilirlik, Kazanım]
[ADIM 2/4]
Öğretmenler odasında girişim fikri böyle karşılanır: "Önce çayını iç, geçer." [bekle] Geçmiyor. [TIKLA]
Çünkü girişim şirket kurmak değil: bir derdi, birinin bedel ödemeye razı olduğu bir çözüme dönüştürmek. [TIKLA]
Üç kelime: Dert, Deney, Değer. [parmakla say] Yapay zekânın hangisini ucuzlattığını, hangisine dokunamadığını da göreceğiz. [TIKLA]
Sözüm şu: Bu salondan çıkarken her biriniz kendi sunum konunuzdan bir girişim fikri çıkarabileceksiniz.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1:33–1:58 · 25 sn] [Ölçüt: Konu çerçevesi ve anlaşılabilirlik, Kazanım]
[ADIM 3/4]
Öğretmenler odasında girişim fikri böyle karşılanır: "Önce çayını iç, geçer." [bekle] Geçmiyor. [TIKLA]
Çünkü girişim şirket kurmak değil: bir derdi, birinin bedel ödemeye razı olduğu bir çözüme dönüştürmek. [TIKLA]
Üç kelime: Dert, Deney, Değer. [parmakla say] Yapay zekânın hangisini ucuzlattığını, hangisine dokunamadığını da göreceğiz. [TIKLA]
Sözüm şu: Bu salondan çıkarken her biriniz kendi sunum konunuzdan bir girişim fikri çıkarabileceksiniz.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1:33–1:58 · 25 sn] [Ölçüt: Konu çerçevesi ve anlaşılabilirlik, Kazanım]
[ADIM 4/4]
Öğretmenler odasında girişim fikri böyle karşılanır: "Önce çayını iç, geçer." [bekle] Geçmiyor. [TIKLA]
Çünkü girişim şirket kurmak değil: bir derdi, birinin bedel ödemeye razı olduğu bir çözüme dönüştürmek. [TIKLA]
Üç kelime: Dert, Deney, Değer. [parmakla say] Yapay zekânın hangisini ucuzlattığını, hangisine dokunamadığını da göreceğiz. [TIKLA]
Sözüm şu: Bu salondan çıkarken her biriniz kendi sunum konunuzdan bir girişim fikri çıkarabileceksiniz.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1:58–2:53 · 55 sn] [Ölçüt: Konu çerçevesi (tanımın uygulanışı), Konuya hâkimiyet (kendi vakası), Dinleyici ihtiyaçlarına uygunluk, Motivasyon]
[ADIM 1/7]
Birinci kelime: Dert. Benim derdimden başlayayım; sizinki de olabilir: çocuklar tarihten kopuk. Hepimiz tarihini bilsin, sevsin istiyoruz. [TIKLA]
Klasik çözümümüz bir: çocukları karşımıza alırız, Fatih'in faziletlerini anlatırız. [TIKLA]
İki: okuldan izin, belediyeden otobüs, dernekten sandviç; bir gün tarihî mekânlara gezi. [TIKLA]
İkisi de çok kıymetli, bol sevaplı. Ama bir soru: bedeli kim ödüyor? [salona bak] [TIKLA]
Siz. Mesainizle, enerjinizle. Sizin dışınızda kimse bedel ödemediği için buna girişim demiyoruz; o yüzden sürekliliği de olmuyor. [TIKLA]
Ben aynı derde başka bir çözüm denedim: Osmanlı Padişahları kart seti. Otuz altı padişah; önde sevimli bir resim ve tek cümle, arkada hayatından dört satır. Tek başına bilgi kartı, iki kişiyle oyun kartı. [TIKLA]
Bedelini kim ödüyor? Veli. Dert var, çözüm var, bedel ödemeye razı biri var: işte girişim. Bu bakış açısı için buradasınız.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1:58–2:53 · 55 sn] [Ölçüt: Konu çerçevesi (tanımın uygulanışı), Konuya hâkimiyet (kendi vakası), Dinleyici ihtiyaçlarına uygunluk, Motivasyon]
[ADIM 2/7]
Birinci kelime: Dert. Benim derdimden başlayayım; sizinki de olabilir: çocuklar tarihten kopuk. Hepimiz tarihini bilsin, sevsin istiyoruz. [TIKLA]
Klasik çözümümüz bir: çocukları karşımıza alırız, Fatih'in faziletlerini anlatırız. [TIKLA]
İki: okuldan izin, belediyeden otobüs, dernekten sandviç; bir gün tarihî mekânlara gezi. [TIKLA]
İkisi de çok kıymetli, bol sevaplı. Ama bir soru: bedeli kim ödüyor? [salona bak] [TIKLA]
Siz. Mesainizle, enerjinizle. Sizin dışınızda kimse bedel ödemediği için buna girişim demiyoruz; o yüzden sürekliliği de olmuyor. [TIKLA]
Ben aynı derde başka bir çözüm denedim: Osmanlı Padişahları kart seti. Otuz altı padişah; önde sevimli bir resim ve tek cümle, arkada hayatından dört satır. Tek başına bilgi kartı, iki kişiyle oyun kartı. [TIKLA]
Bedelini kim ödüyor? Veli. Dert var, çözüm var, bedel ödemeye razı biri var: işte girişim. Bu bakış açısı için buradasınız.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1:58–2:53 · 55 sn] [Ölçüt: Konu çerçevesi (tanımın uygulanışı), Konuya hâkimiyet (kendi vakası), Dinleyici ihtiyaçlarına uygunluk, Motivasyon]
[ADIM 3/7]
Birinci kelime: Dert. Benim derdimden başlayayım; sizinki de olabilir: çocuklar tarihten kopuk. Hepimiz tarihini bilsin, sevsin istiyoruz. [TIKLA]
Klasik çözümümüz bir: çocukları karşımıza alırız, Fatih'in faziletlerini anlatırız. [TIKLA]
İki: okuldan izin, belediyeden otobüs, dernekten sandviç; bir gün tarihî mekânlara gezi. [TIKLA]
İkisi de çok kıymetli, bol sevaplı. Ama bir soru: bedeli kim ödüyor? [salona bak] [TIKLA]
Siz. Mesainizle, enerjinizle. Sizin dışınızda kimse bedel ödemediği için buna girişim demiyoruz; o yüzden sürekliliği de olmuyor. [TIKLA]
Ben aynı derde başka bir çözüm denedim: Osmanlı Padişahları kart seti. Otuz altı padişah; önde sevimli bir resim ve tek cümle, arkada hayatından dört satır. Tek başına bilgi kartı, iki kişiyle oyun kartı. [TIKLA]
Bedelini kim ödüyor? Veli. Dert var, çözüm var, bedel ödemeye razı biri var: işte girişim. Bu bakış açısı için buradasınız.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1:58–2:53 · 55 sn] [Ölçüt: Konu çerçevesi (tanımın uygulanışı), Konuya hâkimiyet (kendi vakası), Dinleyici ihtiyaçlarına uygunluk, Motivasyon]
[ADIM 4/7]
Birinci kelime: Dert. Benim derdimden başlayayım; sizinki de olabilir: çocuklar tarihten kopuk. Hepimiz tarihini bilsin, sevsin istiyoruz. [TIKLA]
Klasik çözümümüz bir: çocukları karşımıza alırız, Fatih'in faziletlerini anlatırız. [TIKLA]
İki: okuldan izin, belediyeden otobüs, dernekten sandviç; bir gün tarihî mekânlara gezi. [TIKLA]
İkisi de çok kıymetli, bol sevaplı. Ama bir soru: bedeli kim ödüyor? [salona bak] [TIKLA]
Siz. Mesainizle, enerjinizle. Sizin dışınızda kimse bedel ödemediği için buna girişim demiyoruz; o yüzden sürekliliği de olmuyor. [TIKLA]
Ben aynı derde başka bir çözüm denedim: Osmanlı Padişahları kart seti. Otuz altı padişah; önde sevimli bir resim ve tek cümle, arkada hayatından dört satır. Tek başına bilgi kartı, iki kişiyle oyun kartı. [TIKLA]
Bedelini kim ödüyor? Veli. Dert var, çözüm var, bedel ödemeye razı biri var: işte girişim. Bu bakış açısı için buradasınız.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1:58–2:53 · 55 sn] [Ölçüt: Konu çerçevesi (tanımın uygulanışı), Konuya hâkimiyet (kendi vakası), Dinleyici ihtiyaçlarına uygunluk, Motivasyon]
[ADIM 5/7]
Birinci kelime: Dert. Benim derdimden başlayayım; sizinki de olabilir: çocuklar tarihten kopuk. Hepimiz tarihini bilsin, sevsin istiyoruz. [TIKLA]
Klasik çözümümüz bir: çocukları karşımıza alırız, Fatih'in faziletlerini anlatırız. [TIKLA]
İki: okuldan izin, belediyeden otobüs, dernekten sandviç; bir gün tarihî mekânlara gezi. [TIKLA]
İkisi de çok kıymetli, bol sevaplı. Ama bir soru: bedeli kim ödüyor? [salona bak] [TIKLA]
Siz. Mesainizle, enerjinizle. Sizin dışınızda kimse bedel ödemediği için buna girişim demiyoruz; o yüzden sürekliliği de olmuyor. [TIKLA]
Ben aynı derde başka bir çözüm denedim: Osmanlı Padişahları kart seti. Otuz altı padişah; önde sevimli bir resim ve tek cümle, arkada hayatından dört satır. Tek başına bilgi kartı, iki kişiyle oyun kartı. [TIKLA]
Bedelini kim ödüyor? Veli. Dert var, çözüm var, bedel ödemeye razı biri var: işte girişim. Bu bakış açısı için buradasınız.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1:58–2:53 · 55 sn] [Ölçüt: Konu çerçevesi (tanımın uygulanışı), Konuya hâkimiyet (kendi vakası), Dinleyici ihtiyaçlarına uygunluk, Motivasyon]
[ADIM 6/7]
Birinci kelime: Dert. Benim derdimden başlayayım; sizinki de olabilir: çocuklar tarihten kopuk. Hepimiz tarihini bilsin, sevsin istiyoruz. [TIKLA]
Klasik çözümümüz bir: çocukları karşımıza alırız, Fatih'in faziletlerini anlatırız. [TIKLA]
İki: okuldan izin, belediyeden otobüs, dernekten sandviç; bir gün tarihî mekânlara gezi. [TIKLA]
İkisi de çok kıymetli, bol sevaplı. Ama bir soru: bedeli kim ödüyor? [salona bak] [TIKLA]
Siz. Mesainizle, enerjinizle. Sizin dışınızda kimse bedel ödemediği için buna girişim demiyoruz; o yüzden sürekliliği de olmuyor. [TIKLA]
Ben aynı derde başka bir çözüm denedim: Osmanlı Padişahları kart seti. Otuz altı padişah; önde sevimli bir resim ve tek cümle, arkada hayatından dört satır. Tek başına bilgi kartı, iki kişiyle oyun kartı. [TIKLA]
Bedelini kim ödüyor? Veli. Dert var, çözüm var, bedel ödemeye razı biri var: işte girişim. Bu bakış açısı için buradasınız.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1:58–2:53 · 55 sn] [Ölçüt: Konu çerçevesi (tanımın uygulanışı), Konuya hâkimiyet (kendi vakası), Dinleyici ihtiyaçlarına uygunluk, Motivasyon]
[ADIM 7/7]
Birinci kelime: Dert. Benim derdimden başlayayım; sizinki de olabilir: çocuklar tarihten kopuk. Hepimiz tarihini bilsin, sevsin istiyoruz. [TIKLA]
Klasik çözümümüz bir: çocukları karşımıza alırız, Fatih'in faziletlerini anlatırız. [TIKLA]
İki: okuldan izin, belediyeden otobüs, dernekten sandviç; bir gün tarihî mekânlara gezi. [TIKLA]
İkisi de çok kıymetli, bol sevaplı. Ama bir soru: bedeli kim ödüyor? [salona bak] [TIKLA]
Siz. Mesainizle, enerjinizle. Sizin dışınızda kimse bedel ödemediği için buna girişim demiyoruz; o yüzden sürekliliği de olmuyor. [TIKLA]
Ben aynı derde başka bir çözüm denedim: Osmanlı Padişahları kart seti. Otuz altı padişah; önde sevimli bir resim ve tek cümle, arkada hayatından dört satır. Tek başına bilgi kartı, iki kişiyle oyun kartı. [TIKLA]
Bedelini kim ödüyor? Veli. Dert var, çözüm var, bedel ödemeye razı biri var: işte girişim. Bu bakış açısı için buradasınız.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2:53–3:17 · 24 sn] [Ölçüt: Dinleyicilerle etkileşim, Konuya hâkimiyet (veri)]
[ADIM 1/4]
Peki dert yoksa? Halime Hocam'ın alanından acı bir rakam: Batan girişimlerin bir numaralı sebebi sizce ne? [salondan 2 cevap] [TIKLA]
Batan yüz bir girişimin kurucuları yazmış: yüzde kırk ikisinin ürününe pazarda ihtiyaç yokmuş. [TIKLA]
[karikatür] Ürünümüz mükemmeldi; sadece müşteri eksikti. [TIKLA]
Yapay zekâ bunu daha tehlikeli yaptı: ihtiyaç olmayan ürün artık bir haftada çıkıyor. Hız yön değildir.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2:53–3:17 · 24 sn] [Ölçüt: Dinleyicilerle etkileşim, Konuya hâkimiyet (veri)]
[ADIM 2/4]
Peki dert yoksa? Halime Hocam'ın alanından acı bir rakam: Batan girişimlerin bir numaralı sebebi sizce ne? [salondan 2 cevap] [TIKLA]
Batan yüz bir girişimin kurucuları yazmış: yüzde kırk ikisinin ürününe pazarda ihtiyaç yokmuş. [TIKLA]
[karikatür] Ürünümüz mükemmeldi; sadece müşteri eksikti. [TIKLA]
Yapay zekâ bunu daha tehlikeli yaptı: ihtiyaç olmayan ürün artık bir haftada çıkıyor. Hız yön değildir.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2:53–3:17 · 24 sn] [Ölçüt: Dinleyicilerle etkileşim, Konuya hâkimiyet (veri)]
[ADIM 3/4]
Peki dert yoksa? Halime Hocam'ın alanından acı bir rakam: Batan girişimlerin bir numaralı sebebi sizce ne? [salondan 2 cevap] [TIKLA]
Batan yüz bir girişimin kurucuları yazmış: yüzde kırk ikisinin ürününe pazarda ihtiyaç yokmuş. [TIKLA]
[karikatür] Ürünümüz mükemmeldi; sadece müşteri eksikti. [TIKLA]
Yapay zekâ bunu daha tehlikeli yaptı: ihtiyaç olmayan ürün artık bir haftada çıkıyor. Hız yön değildir.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2:53–3:17 · 24 sn] [Ölçüt: Dinleyicilerle etkileşim, Konuya hâkimiyet (veri)]
[ADIM 4/4]
Peki dert yoksa? Halime Hocam'ın alanından acı bir rakam: Batan girişimlerin bir numaralı sebebi sizce ne? [salondan 2 cevap] [TIKLA]
Batan yüz bir girişimin kurucuları yazmış: yüzde kırk ikisinin ürününe pazarda ihtiyaç yokmuş. [TIKLA]
[karikatür] Ürünümüz mükemmeldi; sadece müşteri eksikti. [TIKLA]
Yapay zekâ bunu daha tehlikeli yaptı: ihtiyaç olmayan ürün artık bir haftada çıkıyor. Hız yön değildir.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3:17–3:45 · 28 sn] [Ölçüt: Konuya hâkimiyet, Akıcılık ve tutarlılık]
[ADIM 1/5]
İhtiyaç var mı, nasıl anlarız? Çoğumuz böyle: [karikatür] Pazar araştırması: katılımcı annem, sonuç "çok güzel olmuş". [gülüşme] [TIKLA]
İkinci kelime, Ahmet Hocam'ın konusu: Deney. 2008, Dropbox ürünü açmadan üç dakikalık bir video yayınlıyor: "Böyle bir şey olsa kullanır mıydınız?" [TIKLA]
Bekleme listesi bir gecede beş binden yetmiş beş bine. [TIKLA]
Fabrikayı kurmadan tabelayı astılar: pahalı hatadan önce ucuz deney. [TIKLA]
Peki bugün o tabelayı kim asıyor, kaça?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3:17–3:45 · 28 sn] [Ölçüt: Konuya hâkimiyet, Akıcılık ve tutarlılık]
[ADIM 2/5]
İhtiyaç var mı, nasıl anlarız? Çoğumuz böyle: [karikatür] Pazar araştırması: katılımcı annem, sonuç "çok güzel olmuş". [gülüşme] [TIKLA]
İkinci kelime, Ahmet Hocam'ın konusu: Deney. 2008, Dropbox ürünü açmadan üç dakikalık bir video yayınlıyor: "Böyle bir şey olsa kullanır mıydınız?" [TIKLA]
Bekleme listesi bir gecede beş binden yetmiş beş bine. [TIKLA]
Fabrikayı kurmadan tabelayı astılar: pahalı hatadan önce ucuz deney. [TIKLA]
Peki bugün o tabelayı kim asıyor, kaça?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3:17–3:45 · 28 sn] [Ölçüt: Konuya hâkimiyet, Akıcılık ve tutarlılık]
[ADIM 3/5]
İhtiyaç var mı, nasıl anlarız? Çoğumuz böyle: [karikatür] Pazar araştırması: katılımcı annem, sonuç "çok güzel olmuş". [gülüşme] [TIKLA]
İkinci kelime, Ahmet Hocam'ın konusu: Deney. 2008, Dropbox ürünü açmadan üç dakikalık bir video yayınlıyor: "Böyle bir şey olsa kullanır mıydınız?" [TIKLA]
Bekleme listesi bir gecede beş binden yetmiş beş bine. [TIKLA]
Fabrikayı kurmadan tabelayı astılar: pahalı hatadan önce ucuz deney. [TIKLA]
Peki bugün o tabelayı kim asıyor, kaça?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3:17–3:45 · 28 sn] [Ölçüt: Konuya hâkimiyet, Akıcılık ve tutarlılık]
[ADIM 4/5]
İhtiyaç var mı, nasıl anlarız? Çoğumuz böyle: [karikatür] Pazar araştırması: katılımcı annem, sonuç "çok güzel olmuş". [gülüşme] [TIKLA]
İkinci kelime, Ahmet Hocam'ın konusu: Deney. 2008, Dropbox ürünü açmadan üç dakikalık bir video yayınlıyor: "Böyle bir şey olsa kullanır mıydınız?" [TIKLA]
Bekleme listesi bir gecede beş binden yetmiş beş bine. [TIKLA]
Fabrikayı kurmadan tabelayı astılar: pahalı hatadan önce ucuz deney. [TIKLA]
Peki bugün o tabelayı kim asıyor, kaça?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3:17–3:45 · 28 sn] [Ölçüt: Konuya hâkimiyet, Akıcılık ve tutarlılık]
[ADIM 5/5]
İhtiyaç var mı, nasıl anlarız? Çoğumuz böyle: [karikatür] Pazar araştırması: katılımcı annem, sonuç "çok güzel olmuş". [gülüşme] [TIKLA]
İkinci kelime, Ahmet Hocam'ın konusu: Deney. 2008, Dropbox ürünü açmadan üç dakikalık bir video yayınlıyor: "Böyle bir şey olsa kullanır mıydınız?" [TIKLA]
Bekleme listesi bir gecede beş binden yetmiş beş bine. [TIKLA]
Fabrikayı kurmadan tabelayı astılar: pahalı hatadan önce ucuz deney. [TIKLA]
Peki bugün o tabelayı kim asıyor, kaça?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3:45–4:09 · 24 sn] [Ölçüt: Konuya hâkimiyet (kendi vakası), Akıcılık ve tutarlılık, Motivasyon]
[ADIM 1/4]
Cevabı yine kart setinden vereyim. Otuz altı padişah, otuz altı resim. [TIKLA] Eskiden bunun için bir illüstratör, bir ajans ve aylar gerekirdi; ben çizemem. Bu resimlerin hepsini yapay zekâyla, kendi masamda ürettim. [TIKLA]
Yapay zekâ bana yetenek vermedi; parası ve çevresi olanların erişebildiği araçları masama getirdi. Girişimin giriş ücretini düşürdü. [TIKLA]
Ama… sizin için kolaylaşan herkes için kolaylaştı. Teknoloji kopyalanır; insanı anlamak kopyalanmaz. O zaman insanı anlayalım: sıra sizde.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3:45–4:09 · 24 sn] [Ölçüt: Konuya hâkimiyet (kendi vakası), Akıcılık ve tutarlılık, Motivasyon]
[ADIM 2/4]
Cevabı yine kart setinden vereyim. Otuz altı padişah, otuz altı resim. [TIKLA] Eskiden bunun için bir illüstratör, bir ajans ve aylar gerekirdi; ben çizemem. Bu resimlerin hepsini yapay zekâyla, kendi masamda ürettim. [TIKLA]
Yapay zekâ bana yetenek vermedi; parası ve çevresi olanların erişebildiği araçları masama getirdi. Girişimin giriş ücretini düşürdü. [TIKLA]
Ama… sizin için kolaylaşan herkes için kolaylaştı. Teknoloji kopyalanır; insanı anlamak kopyalanmaz. O zaman insanı anlayalım: sıra sizde.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3:45–4:09 · 24 sn] [Ölçüt: Konuya hâkimiyet (kendi vakası), Akıcılık ve tutarlılık, Motivasyon]
[ADIM 3/4]
Cevabı yine kart setinden vereyim. Otuz altı padişah, otuz altı resim. [TIKLA] Eskiden bunun için bir illüstratör, bir ajans ve aylar gerekirdi; ben çizemem. Bu resimlerin hepsini yapay zekâyla, kendi masamda ürettim. [TIKLA]
Yapay zekâ bana yetenek vermedi; parası ve çevresi olanların erişebildiği araçları masama getirdi. Girişimin giriş ücretini düşürdü. [TIKLA]
Ama… sizin için kolaylaşan herkes için kolaylaştı. Teknoloji kopyalanır; insanı anlamak kopyalanmaz. O zaman insanı anlayalım: sıra sizde.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3:45–4:09 · 24 sn] [Ölçüt: Konuya hâkimiyet (kendi vakası), Akıcılık ve tutarlılık, Motivasyon]
[ADIM 4/4]
Cevabı yine kart setinden vereyim. Otuz altı padişah, otuz altı resim. [TIKLA] Eskiden bunun için bir illüstratör, bir ajans ve aylar gerekirdi; ben çizemem. Bu resimlerin hepsini yapay zekâyla, kendi masamda ürettim. [TIKLA]
Yapay zekâ bana yetenek vermedi; parası ve çevresi olanların erişebildiği araçları masama getirdi. Girişimin giriş ücretini düşürdü. [TIKLA]
Ama… sizin için kolaylaşan herkes için kolaylaştı. Teknoloji kopyalanır; insanı anlamak kopyalanmaz. O zaman insanı anlayalım: sıra sizde.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4:09–4:33 · 24 sn] [Ölçüt: Dinleyicilerle etkileşim, Konuya hâkimiyet, Kritik sorulara yanıt]
Kursun ilk ödevi hemen şimdi: Sıra sizde. Bir konu söyleyin; on saniyede derdini, deneyini, değerini bulalım. [S tuşu ya da sağ üstteki halka: 10 sn]
[Salondan gelen konunun KAROSUNA TIKLA → kart açılır. Kartı kendi cümlenle oku.]
Örnek — Etli ekmek: Dert: Gurbetteki Konyalı etli ekmeği özlüyor, kargoda bayatlıyor. Deney: Şoklanmış yirmi paketlik ön sipariş. Değer: Memleket özlemi; insan bunun için seve seve öder.
[Karta tıkla → ızgara. TEK konu yeter; süre bol değil. Boş bir yere TIKLA → devam.]
Kimse söylemezse: "Yunus Hocam, etli ekmeği açalım mı?" — sonra senden önceki bir hocanın konusunu seç (ör. Lale Hocam'ın Uzay'ı).
[Karolara TIKLA → kart. Kartta herhangi bir yere tıkla → ızgaraya döner. Devam için karoların DIŞINA tıkla.]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4:33–4:43 · 10 sn] [Ölçüt: Konuya hâkimiyet, Dinleyici ihtiyaçlarına uygunluk, Akıcılık ve tutarlılık]
[ADIM 1/3]
Üçüncü kelime: Değer. 1871, Tahtakale: Mehmet Efendi kahveyi kavurup öğütüp kâğıda sarıyor: Kurukahveci. [TIKLA] Kahve aynı kahve; sattığı şey zahmetten kurtulmak. [TIKLA]
Ama değerin görünmeyen bir yüzü var. Sekiz yüz yıl önce, bir Ahi çarşısı… [TIKLA → film]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4:33–4:43 · 10 sn] [Ölçüt: Konuya hâkimiyet, Dinleyici ihtiyaçlarına uygunluk, Akıcılık ve tutarlılık]
[ADIM 2/3]
Üçüncü kelime: Değer. 1871, Tahtakale: Mehmet Efendi kahveyi kavurup öğütüp kâğıda sarıyor: Kurukahveci. [TIKLA] Kahve aynı kahve; sattığı şey zahmetten kurtulmak. [TIKLA]
Ama değerin görünmeyen bir yüzü var. Sekiz yüz yıl önce, bir Ahi çarşısı… [TIKLA → film]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4:33–4:43 · 10 sn] [Ölçüt: Konuya hâkimiyet, Dinleyici ihtiyaçlarına uygunluk, Akıcılık ve tutarlılık]
[ADIM 3/3]
Üçüncü kelime: Değer. 1871, Tahtakale: Mehmet Efendi kahveyi kavurup öğütüp kâğıda sarıyor: Kurukahveci. [TIKLA] Kahve aynı kahve; sattığı şey zahmetten kurtulmak. [TIKLA]
Ama değerin görünmeyen bir yüzü var. Sekiz yüz yıl önce, bir Ahi çarşısı… [TIKLA → film]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4:43–5:21 · 38 sn] [Ölçüt: Görsel ve işitsel araçlar, Motivasyon ve ilgi çekicilik]
[Film kendiliğinden başlar (~38 sn, Emmett anlatıyor). Taban kopunca ve pabuç dama düşünce salon güler — bekle. Film bitince TIKLA.]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5:21–5:39 · 18 sn] [Ölçüt: Dinleyici ihtiyaçlarına uygunluk, Konuya hâkimiyet (kaynak), Akıcılık (kitaba köprü)]
[ADIM 1/2]
Peygamber Efendimiz (sallallâhu aleyhi ve sellem) buyuruyor: [yavaş, tane tane]
"Doğru sözlü, güvenilir tüccar; peygamberler, sıddîklar ve şehitlerle beraberdir." [TIKLA]
Girişimin en büyük sermayesi para değil, güvendir. Güveni yapay zekâ sizin yerinize kazanamaz; güvenilir olmak da kendini tanımakla başlar. O, bu kursun başka bir dersi.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5:21–5:39 · 18 sn] [Ölçüt: Dinleyici ihtiyaçlarına uygunluk, Konuya hâkimiyet (kaynak), Akıcılık (kitaba köprü)]
[ADIM 2/2]
Peygamber Efendimiz (sallallâhu aleyhi ve sellem) buyuruyor: [yavaş, tane tane]
"Doğru sözlü, güvenilir tüccar; peygamberler, sıddîklar ve şehitlerle beraberdir." [TIKLA]
Girişimin en büyük sermayesi para değil, güvendir. Güveni yapay zekâ sizin yerinize kazanamaz; güvenilir olmak da kendini tanımakla başlar. O, bu kursun başka bir dersi.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5:39–6:05 · 26 sn] [Ölçüt: Sunumun bitişi (özet), Akıcılık ve tutarlılık, Dinleyicilerle etkileşim]
[ADIM 1/4]
Toparlayalım. [tabelaları göster] Dert: kimin canı yanıyor? Deney: en ucuz nasıl denerim? Değer: neden bedel öder, bana neden güvenir? [TIKLA]
Yapay zekâ yalnız deneyi ucuzlattı. Derdi bulmak, güven ve kendini tanımak hâlâ bizim işimiz. Giriş ücreti düştü; kalite ücreti duruyor. [TIKLA]
Bir yıl sonra ikinizden biri olacaksınız. [TIKLA — iki kare] Aynı defter: birinde raf tozu, diğerinde sipariş kutuları. Fark yetenek değil; uygulamak. [TIKLA]
Yedi günün sonunda bir derdi çözerken bedelini kimin ödeyeceğini de çözümün parçası yapacaksınız. O gün adınız girişimci olacak. Kendi konusunda bir dert bulan, el kaldırsın. [eller — gülümse]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5:39–6:05 · 26 sn] [Ölçüt: Sunumun bitişi (özet), Akıcılık ve tutarlılık, Dinleyicilerle etkileşim]
[ADIM 2/4]
Toparlayalım. [tabelaları göster] Dert: kimin canı yanıyor? Deney: en ucuz nasıl denerim? Değer: neden bedel öder, bana neden güvenir? [TIKLA]
Yapay zekâ yalnız deneyi ucuzlattı. Derdi bulmak, güven ve kendini tanımak hâlâ bizim işimiz. Giriş ücreti düştü; kalite ücreti duruyor. [TIKLA]
Bir yıl sonra ikinizden biri olacaksınız. [TIKLA — iki kare] Aynı defter: birinde raf tozu, diğerinde sipariş kutuları. Fark yetenek değil; uygulamak. [TIKLA]
Yedi günün sonunda bir derdi çözerken bedelini kimin ödeyeceğini de çözümün parçası yapacaksınız. O gün adınız girişimci olacak. Kendi konusunda bir dert bulan, el kaldırsın. [eller — gülümse]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5:39–6:05 · 26 sn] [Ölçüt: Sunumun bitişi (özet), Akıcılık ve tutarlılık, Dinleyicilerle etkileşim]
[ADIM 3/4]
Toparlayalım. [tabelaları göster] Dert: kimin canı yanıyor? Deney: en ucuz nasıl denerim? Değer: neden bedel öder, bana neden güvenir? [TIKLA]
Yapay zekâ yalnız deneyi ucuzlattı. Derdi bulmak, güven ve kendini tanımak hâlâ bizim işimiz. Giriş ücreti düştü; kalite ücreti duruyor. [TIKLA]
Bir yıl sonra ikinizden biri olacaksınız. [TIKLA — iki kare] Aynı defter: birinde raf tozu, diğerinde sipariş kutuları. Fark yetenek değil; uygulamak. [TIKLA]
Yedi günün sonunda bir derdi çözerken bedelini kimin ödeyeceğini de çözümün parçası yapacaksınız. O gün adınız girişimci olacak. Kendi konusunda bir dert bulan, el kaldırsın. [eller — gülümse]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5:39–6:05 · 26 sn] [Ölçüt: Sunumun bitişi (özet), Akıcılık ve tutarlılık, Dinleyicilerle etkileşim]
[ADIM 4/4]
Toparlayalım. [tabelaları göster] Dert: kimin canı yanıyor? Deney: en ucuz nasıl denerim? Değer: neden bedel öder, bana neden güvenir? [TIKLA]
Yapay zekâ yalnız deneyi ucuzlattı. Derdi bulmak, güven ve kendini tanımak hâlâ bizim işimiz. Giriş ücreti düştü; kalite ücreti duruyor. [TIKLA]
Bir yıl sonra ikinizden biri olacaksınız. [TIKLA — iki kare] Aynı defter: birinde raf tozu, diğerinde sipariş kutuları. Fark yetenek değil; uygulamak. [TIKLA]
Yedi günün sonunda bir derdi çözerken bedelini kimin ödeyeceğini de çözümün parçası yapacaksınız. O gün adınız girişimci olacak. Kendi konusunda bir dert bulan, el kaldırsın. [eller — gülümse] [TIKLA]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6:05–6:25 · 20 sn] [Ölçüt: Sunumun bitişi, Motivasyon ve ilgi çekicilik]
[ADIM 1/4]
Necmettin Hocam şiir anlattı; ben de Yunus'la bitireyim: [yavaş] "Gelin tanış olalım, işi kolay kılalım." İşi kolay kılmak, girişimin ta kendisi. [TIKLA]
Başta size bir salon göstermiştim; işte o salon. "Bu salonda yirmi sekiz girişim var" demiştim. Yanlış söylemişim. [TIKLA]
Bu salonda yirmi sekiz girişimci var. [arkada salon çarşıya dönmüş — 2 sn sus] [TIKLA]
Birinci ders bitti; yarın ikinci ders. Kart seti ve kitap şu masada; site, Instagram ve YouTube ekranda. [tebessüm] Teşekkür ederim. [Soru gelirse: Kritik_Sorular.md]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6:05–6:25 · 20 sn] [Ölçüt: Sunumun bitişi, Motivasyon ve ilgi çekicilik]
[ADIM 2/4]
Necmettin Hocam şiir anlattı; ben de Yunus'la bitireyim: [yavaş] "Gelin tanış olalım, işi kolay kılalım." İşi kolay kılmak, girişimin ta kendisi. [TIKLA]
Başta size bir salon göstermiştim; işte o salon. "Bu salonda yirmi sekiz girişim var" demiştim. Yanlış söylemişim. [TIKLA]
Bu salonda yirmi sekiz girişimci var. [arkada salon çarşıya dönmüş — 2 sn sus] [TIKLA]
Birinci ders bitti; yarın ikinci ders. Kart seti ve kitap şu masada; site, Instagram ve YouTube ekranda. [tebessüm] Teşekkür ederim. [Soru gelirse: Kritik_Sorular.md]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6:05–6:25 · 20 sn] [Ölçüt: Sunumun bitişi, Motivasyon ve ilgi çekicilik]
[ADIM 3/4]
Necmettin Hocam şiir anlattı; ben de Yunus'la bitireyim: [yavaş] "Gelin tanış olalım, işi kolay kılalım." İşi kolay kılmak, girişimin ta kendisi. [TIKLA]
Başta size bir salon göstermiştim; işte o salon. "Bu salonda yirmi sekiz girişim var" demiştim. Yanlış söylemişim. [TIKLA]
Bu salonda yirmi sekiz girişimci var. [arkada salon çarşıya dönmüş — 2 sn sus] [TIKLA]
Birinci ders bitti; yarın ikinci ders. Kart seti ve kitap şu masada; site, Instagram ve YouTube ekranda. [tebessüm] Teşekkür ederim. [Soru gelirse: Kritik_Sorular.md]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[Hedef 6:05–6:25 · 20 sn] [Ölçüt: Sunumun bitişi, Motivasyon ve ilgi çekicilik]
[ADIM 4/4]
Necmettin Hocam şiir anlattı; ben de Yunus'la bitireyim: [yavaş] "Gelin tanış olalım, işi kolay kılalım." İşi kolay kılmak, girişimin ta kendisi. [TIKLA]
Başta size bir salon göstermiştim; işte o salon. "Bu salonda yirmi sekiz girişim var" demiştim. Yanlış söylemişim. [TIKLA]
Bu salonda yirmi sekiz girişimci var. [arkada salon çarşıya dönmüş — 2 sn sus] [TIKLA]
Birinci ders bitti; yarın ikinci ders. Kart seti ve kitap şu masada; site, Instagram ve YouTube ekranda. [tebessüm] Teşekkür ederim. [Soru gelirse: Kritik_Sorular.md]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[Gizli slayt — yalnız ızgaradaki karodan açılır. Herhangi bir yere tıkla → ızgaraya dön.]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[Gizli slayt — yalnız ızgaradaki karodan açılır. Herhangi bir yere tıkla → ızgaraya dön.]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[Gizli slayt — yalnız ızgaradaki karodan açılır. Herhangi bir yere tıkla → ızgaraya dön.]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[Gizli slayt — yalnız ızgaradaki karodan açılır. Herhangi bir yere tıkla → ızgaraya dön.]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[Gizli slayt — yalnız ızgaradaki karodan açılır. Herhangi bir yere tıkla → ızgaraya dön.]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[Gizli slayt — yalnız ızgaradaki karodan açılır. Herhangi bir yere tıkla → ızgaraya dön.]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[Gizli slayt — yalnız ızgaradaki karodan açılır. Herhangi bir yere tıkla → ızgaraya dön.]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[Gizli slayt — yalnız ızgaradaki karodan açılır. Herhangi bir yere tıkla → ızgaraya dön.]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[Gizli slayt — yalnız ızgaradaki karodan açılır. Herhangi bir yere tıkla → ızgaraya dön.]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[Gizli slayt — yalnız ızgaradaki karodan açılır. Herhangi bir yere tıkla → ızgaraya dön.]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[Gizli slayt — yalnız ızgaradaki karodan açılır. Herhangi bir yere tıkla → ızgaraya dön.]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[Gizli slayt — yalnız ızgaradaki karodan açılır. Herhangi bir yere tıkla → ızgaraya dön.]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[Gizli slayt — yalnız ızgaradaki karodan açılır. Herhangi bir yere tıkla → ızgaraya dön.]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[Gizli slayt — yalnız ızgaradaki karodan açılır. Herhangi bir yere tıkla → ızgaraya dön.]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[Gizli slayt — yalnız ızgaradaki karodan açılır. Herhangi bir yere tıkla → ızgaraya dön.]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[Gizli slayt — yalnız ızgaradaki karodan açılır. Herhangi bir yere tıkla → ızgaraya dön.]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[Gizli slayt — yalnız ızgaradaki karodan açılır. Herhangi bir yere tıkla → ızgaraya dön.]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[Gizli slayt — yalnız ızgaradaki karodan açılır. Herhangi bir yere tıkla → ızgaraya dön.]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[Gizli slayt — yalnız ızgaradaki karodan açılır. Herhangi bir yere tıkla → ızgaraya dön.]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[Gizli slayt — yalnız ızgaradaki karodan açılır. Herhangi bir yere tıkla → ızgaraya dön.]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[Gizli slayt — yalnız ızgaradaki karodan açılır. Herhangi bir yere tıkla → ızgaraya dön.]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[Gizli slayt — yalnız ızgaradaki karodan açılır. Herhangi bir yere tıkla → ızgaraya dön.]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[Gizli slayt — yalnız ızgaradaki karodan açılır. Herhangi bir yere tıkla → ızgaraya dön.]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[Gizli slayt — yalnız ızgaradaki karodan açılır. Herhangi bir yere tıkla → ızgaraya dön.]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[Gizli slayt — yalnız ızgaradaki karodan açılır. Herhangi bir yere tıkla → ızgaraya dön.]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[Gizli slayt — yalnız ızgaradaki karodan açılır. Herhangi bir yere tıkla → ızgaraya dön.]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[Gizli slayt — yalnız ızgaradaki karodan açılır. Herhangi bir yere tıkla → ızgaraya dön.]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[Gizli slayt — yalnız ızgaradaki karodan açılır. Herhangi bir yere tıkla → ızgaraya dön.]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video" Target="../media/media-8-1.mp4"/><Relationship Id="rId2" Type="http://schemas.microsoft.com/office/2007/relationships/media" Target="../media/media-8-1.mp4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5" Type="http://schemas.openxmlformats.org/officeDocument/2006/relationships/slide" Target="slide53.xml"/><Relationship Id="rId7" Type="http://schemas.openxmlformats.org/officeDocument/2006/relationships/slide" Target="slide54.xml"/><Relationship Id="rId9" Type="http://schemas.openxmlformats.org/officeDocument/2006/relationships/slide" Target="slide55.xml"/><Relationship Id="rId11" Type="http://schemas.openxmlformats.org/officeDocument/2006/relationships/slide" Target="slide56.xml"/><Relationship Id="rId13" Type="http://schemas.openxmlformats.org/officeDocument/2006/relationships/slide" Target="slide57.xml"/><Relationship Id="rId15" Type="http://schemas.openxmlformats.org/officeDocument/2006/relationships/slide" Target="slide58.xml"/><Relationship Id="rId17" Type="http://schemas.openxmlformats.org/officeDocument/2006/relationships/slide" Target="slide59.xml"/><Relationship Id="rId19" Type="http://schemas.openxmlformats.org/officeDocument/2006/relationships/slide" Target="slide60.xml"/><Relationship Id="rId21" Type="http://schemas.openxmlformats.org/officeDocument/2006/relationships/slide" Target="slide61.xml"/><Relationship Id="rId23" Type="http://schemas.openxmlformats.org/officeDocument/2006/relationships/slide" Target="slide62.xml"/><Relationship Id="rId25" Type="http://schemas.openxmlformats.org/officeDocument/2006/relationships/slide" Target="slide63.xml"/><Relationship Id="rId27" Type="http://schemas.openxmlformats.org/officeDocument/2006/relationships/slide" Target="slide64.xml"/><Relationship Id="rId29" Type="http://schemas.openxmlformats.org/officeDocument/2006/relationships/slide" Target="slide65.xml"/><Relationship Id="rId31" Type="http://schemas.openxmlformats.org/officeDocument/2006/relationships/slide" Target="slide66.xml"/><Relationship Id="rId33" Type="http://schemas.openxmlformats.org/officeDocument/2006/relationships/slide" Target="slide67.xml"/><Relationship Id="rId35" Type="http://schemas.openxmlformats.org/officeDocument/2006/relationships/slide" Target="slide68.xml"/><Relationship Id="rId37" Type="http://schemas.openxmlformats.org/officeDocument/2006/relationships/slide" Target="slide69.xml"/><Relationship Id="rId39" Type="http://schemas.openxmlformats.org/officeDocument/2006/relationships/slide" Target="slide70.xml"/><Relationship Id="rId41" Type="http://schemas.openxmlformats.org/officeDocument/2006/relationships/slide" Target="slide71.xml"/><Relationship Id="rId43" Type="http://schemas.openxmlformats.org/officeDocument/2006/relationships/slide" Target="slide72.xml"/><Relationship Id="rId45" Type="http://schemas.openxmlformats.org/officeDocument/2006/relationships/slide" Target="slide73.xml"/><Relationship Id="rId47" Type="http://schemas.openxmlformats.org/officeDocument/2006/relationships/slide" Target="slide74.xml"/><Relationship Id="rId49" Type="http://schemas.openxmlformats.org/officeDocument/2006/relationships/slide" Target="slide75.xml"/><Relationship Id="rId51" Type="http://schemas.openxmlformats.org/officeDocument/2006/relationships/slide" Target="slide76.xml"/><Relationship Id="rId53" Type="http://schemas.openxmlformats.org/officeDocument/2006/relationships/slide" Target="slide77.xml"/><Relationship Id="rId55" Type="http://schemas.openxmlformats.org/officeDocument/2006/relationships/slide" Target="slide78.xml"/><Relationship Id="rId57" Type="http://schemas.openxmlformats.org/officeDocument/2006/relationships/slide" Target="slide79.xml"/><Relationship Id="rId1" Type="http://schemas.openxmlformats.org/officeDocument/2006/relationships/image" Target="../media/image-37-1.jpg"/><Relationship Id="rId2" Type="http://schemas.openxmlformats.org/officeDocument/2006/relationships/image" Target="../media/image-37-2.png"/><Relationship Id="rId4" Type="http://schemas.openxmlformats.org/officeDocument/2006/relationships/image" Target="../media/image-37-2.png"/><Relationship Id="rId6" Type="http://schemas.openxmlformats.org/officeDocument/2006/relationships/image" Target="../media/image-37-2.png"/><Relationship Id="rId8" Type="http://schemas.openxmlformats.org/officeDocument/2006/relationships/image" Target="../media/image-37-2.png"/><Relationship Id="rId10" Type="http://schemas.openxmlformats.org/officeDocument/2006/relationships/image" Target="../media/image-37-2.png"/><Relationship Id="rId12" Type="http://schemas.openxmlformats.org/officeDocument/2006/relationships/image" Target="../media/image-37-2.png"/><Relationship Id="rId14" Type="http://schemas.openxmlformats.org/officeDocument/2006/relationships/image" Target="../media/image-37-2.png"/><Relationship Id="rId16" Type="http://schemas.openxmlformats.org/officeDocument/2006/relationships/image" Target="../media/image-37-2.png"/><Relationship Id="rId18" Type="http://schemas.openxmlformats.org/officeDocument/2006/relationships/image" Target="../media/image-37-2.png"/><Relationship Id="rId20" Type="http://schemas.openxmlformats.org/officeDocument/2006/relationships/image" Target="../media/image-37-2.png"/><Relationship Id="rId22" Type="http://schemas.openxmlformats.org/officeDocument/2006/relationships/image" Target="../media/image-37-2.png"/><Relationship Id="rId24" Type="http://schemas.openxmlformats.org/officeDocument/2006/relationships/image" Target="../media/image-37-2.png"/><Relationship Id="rId26" Type="http://schemas.openxmlformats.org/officeDocument/2006/relationships/image" Target="../media/image-37-2.png"/><Relationship Id="rId28" Type="http://schemas.openxmlformats.org/officeDocument/2006/relationships/image" Target="../media/image-37-2.png"/><Relationship Id="rId30" Type="http://schemas.openxmlformats.org/officeDocument/2006/relationships/image" Target="../media/image-37-2.png"/><Relationship Id="rId32" Type="http://schemas.openxmlformats.org/officeDocument/2006/relationships/image" Target="../media/image-37-2.png"/><Relationship Id="rId34" Type="http://schemas.openxmlformats.org/officeDocument/2006/relationships/image" Target="../media/image-37-2.png"/><Relationship Id="rId36" Type="http://schemas.openxmlformats.org/officeDocument/2006/relationships/image" Target="../media/image-37-2.png"/><Relationship Id="rId38" Type="http://schemas.openxmlformats.org/officeDocument/2006/relationships/image" Target="../media/image-37-2.png"/><Relationship Id="rId40" Type="http://schemas.openxmlformats.org/officeDocument/2006/relationships/image" Target="../media/image-37-2.png"/><Relationship Id="rId42" Type="http://schemas.openxmlformats.org/officeDocument/2006/relationships/image" Target="../media/image-37-2.png"/><Relationship Id="rId44" Type="http://schemas.openxmlformats.org/officeDocument/2006/relationships/image" Target="../media/image-37-2.png"/><Relationship Id="rId46" Type="http://schemas.openxmlformats.org/officeDocument/2006/relationships/image" Target="../media/image-37-2.png"/><Relationship Id="rId48" Type="http://schemas.openxmlformats.org/officeDocument/2006/relationships/image" Target="../media/image-37-2.png"/><Relationship Id="rId50" Type="http://schemas.openxmlformats.org/officeDocument/2006/relationships/image" Target="../media/image-37-2.png"/><Relationship Id="rId52" Type="http://schemas.openxmlformats.org/officeDocument/2006/relationships/image" Target="../media/image-37-2.png"/><Relationship Id="rId54" Type="http://schemas.openxmlformats.org/officeDocument/2006/relationships/image" Target="../media/image-37-2.png"/><Relationship Id="rId56" Type="http://schemas.openxmlformats.org/officeDocument/2006/relationships/image" Target="../media/image-37-2.png"/><Relationship Id="rId58" Type="http://schemas.openxmlformats.org/officeDocument/2006/relationships/slideLayout" Target="../slideLayouts/slideLayout1.xml"/><Relationship Id="rId59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video" Target="../media/media-41-1.mp4"/><Relationship Id="rId2" Type="http://schemas.microsoft.com/office/2007/relationships/media" Target="../media/media-41-1.mp4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52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53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54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55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56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57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58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59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60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6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62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63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64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65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66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67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68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69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70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7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72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73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74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75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76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77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78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79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9.xml"/></Relationships>
</file>

<file path=ppt/slides/slide1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1_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</p:sld>
</file>

<file path=ppt/slides/slide2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1_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1_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1_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1_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1_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7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1_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ilm"/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8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9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3_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3_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3_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3_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4_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4_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15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4_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16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4_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17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5_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</p:sld>
</file>

<file path=ppt/slides/slide18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5_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19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5_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20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5_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21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5_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22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5_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23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5_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24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6_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</p:sld>
</file>

<file path=ppt/slides/slide25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6_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26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6_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27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6_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28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7_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</p:sld>
</file>

<file path=ppt/slides/slide29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7_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30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7_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31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7_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32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7_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33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8_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</p:sld>
</file>

<file path=ppt/slides/slide34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8_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35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8_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36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8_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37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09_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Karo1" descr="/Users/raufenc/Downloads/Claude ile Yaptıklarımız/1 - Claude Code projeleri/girisim-sunum-birlesik/katman/_bos.png">
            <a:hlinkClick r:id="rId3" tooltip="Fikir kartı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1904952"/>
            <a:ext cx="1469492" cy="1015975"/>
          </a:xfrm>
          <a:prstGeom prst="rect">
            <a:avLst/>
          </a:prstGeom>
        </p:spPr>
      </p:pic>
      <p:pic>
        <p:nvPicPr>
          <p:cNvPr id="4" name="Karo2" descr="/Users/raufenc/Downloads/Claude ile Yaptıklarımız/1 - Claude Code projeleri/girisim-sunum-birlesik/katman/_bos.png">
            <a:hlinkClick r:id="rId5" tooltip="Fikir kartı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3374" y="1904952"/>
            <a:ext cx="1469492" cy="1015975"/>
          </a:xfrm>
          <a:prstGeom prst="rect">
            <a:avLst/>
          </a:prstGeom>
        </p:spPr>
      </p:pic>
      <p:pic>
        <p:nvPicPr>
          <p:cNvPr id="5" name="Karo3" descr="/Users/raufenc/Downloads/Claude ile Yaptıklarımız/1 - Claude Code projeleri/girisim-sunum-birlesik/katman/_bos.png">
            <a:hlinkClick r:id="rId7" tooltip="Fikir kartı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7163" y="1904952"/>
            <a:ext cx="1469591" cy="1015975"/>
          </a:xfrm>
          <a:prstGeom prst="rect">
            <a:avLst/>
          </a:prstGeom>
        </p:spPr>
      </p:pic>
      <p:pic>
        <p:nvPicPr>
          <p:cNvPr id="6" name="Karo4" descr="/Users/raufenc/Downloads/Claude ile Yaptıklarımız/1 - Claude Code projeleri/girisim-sunum-birlesik/katman/_bos.png">
            <a:hlinkClick r:id="rId9" tooltip="Fikir kartı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1052" y="1904952"/>
            <a:ext cx="1469492" cy="1015975"/>
          </a:xfrm>
          <a:prstGeom prst="rect">
            <a:avLst/>
          </a:prstGeom>
        </p:spPr>
      </p:pic>
      <p:pic>
        <p:nvPicPr>
          <p:cNvPr id="7" name="Karo5" descr="/Users/raufenc/Downloads/Claude ile Yaptıklarımız/1 - Claude Code projeleri/girisim-sunum-birlesik/katman/_bos.png">
            <a:hlinkClick r:id="rId11" tooltip="Fikir kartı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4841" y="1904952"/>
            <a:ext cx="1469591" cy="1015975"/>
          </a:xfrm>
          <a:prstGeom prst="rect">
            <a:avLst/>
          </a:prstGeom>
        </p:spPr>
      </p:pic>
      <p:pic>
        <p:nvPicPr>
          <p:cNvPr id="8" name="Karo6" descr="/Users/raufenc/Downloads/Claude ile Yaptıklarımız/1 - Claude Code projeleri/girisim-sunum-birlesik/katman/_bos.png">
            <a:hlinkClick r:id="rId13" tooltip="Fikir kartı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28730" y="1904952"/>
            <a:ext cx="1469492" cy="1015975"/>
          </a:xfrm>
          <a:prstGeom prst="rect">
            <a:avLst/>
          </a:prstGeom>
        </p:spPr>
      </p:pic>
      <p:pic>
        <p:nvPicPr>
          <p:cNvPr id="9" name="Karo7" descr="/Users/raufenc/Downloads/Claude ile Yaptıklarımız/1 - Claude Code projeleri/girisim-sunum-birlesik/katman/_bos.png">
            <a:hlinkClick r:id="rId15" tooltip="Fikir kartı" action="ppaction://hlinksldjump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12519" y="1904952"/>
            <a:ext cx="1469591" cy="1015975"/>
          </a:xfrm>
          <a:prstGeom prst="rect">
            <a:avLst/>
          </a:prstGeom>
        </p:spPr>
      </p:pic>
      <p:pic>
        <p:nvPicPr>
          <p:cNvPr id="10" name="Karo8" descr="/Users/raufenc/Downloads/Claude ile Yaptıklarımız/1 - Claude Code projeleri/girisim-sunum-birlesik/katman/_bos.png">
            <a:hlinkClick r:id="rId17" tooltip="Fikir kartı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585" y="3035224"/>
            <a:ext cx="1469492" cy="1015975"/>
          </a:xfrm>
          <a:prstGeom prst="rect">
            <a:avLst/>
          </a:prstGeom>
        </p:spPr>
      </p:pic>
      <p:pic>
        <p:nvPicPr>
          <p:cNvPr id="11" name="Karo9" descr="/Users/raufenc/Downloads/Claude ile Yaptıklarımız/1 - Claude Code projeleri/girisim-sunum-birlesik/katman/_bos.png">
            <a:hlinkClick r:id="rId19" tooltip="Fikir kartı" action="ppaction://hlinksldjump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93374" y="3035224"/>
            <a:ext cx="1469492" cy="1015975"/>
          </a:xfrm>
          <a:prstGeom prst="rect">
            <a:avLst/>
          </a:prstGeom>
        </p:spPr>
      </p:pic>
      <p:pic>
        <p:nvPicPr>
          <p:cNvPr id="12" name="Karo10" descr="/Users/raufenc/Downloads/Claude ile Yaptıklarımız/1 - Claude Code projeleri/girisim-sunum-birlesik/katman/_bos.png">
            <a:hlinkClick r:id="rId21" tooltip="Fikir kartı" action="ppaction://hlinksldjump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777163" y="3035224"/>
            <a:ext cx="1469591" cy="1015975"/>
          </a:xfrm>
          <a:prstGeom prst="rect">
            <a:avLst/>
          </a:prstGeom>
        </p:spPr>
      </p:pic>
      <p:pic>
        <p:nvPicPr>
          <p:cNvPr id="13" name="Karo11" descr="/Users/raufenc/Downloads/Claude ile Yaptıklarımız/1 - Claude Code projeleri/girisim-sunum-birlesik/katman/_bos.png">
            <a:hlinkClick r:id="rId23" tooltip="Fikir kartı" action="ppaction://hlinksldjump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61052" y="3035224"/>
            <a:ext cx="1469492" cy="1015975"/>
          </a:xfrm>
          <a:prstGeom prst="rect">
            <a:avLst/>
          </a:prstGeom>
        </p:spPr>
      </p:pic>
      <p:pic>
        <p:nvPicPr>
          <p:cNvPr id="14" name="Karo12" descr="/Users/raufenc/Downloads/Claude ile Yaptıklarımız/1 - Claude Code projeleri/girisim-sunum-birlesik/katman/_bos.png">
            <a:hlinkClick r:id="rId25" tooltip="Fikir kartı" action="ppaction://hlinksldjump"/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44841" y="3035224"/>
            <a:ext cx="1469591" cy="1015975"/>
          </a:xfrm>
          <a:prstGeom prst="rect">
            <a:avLst/>
          </a:prstGeom>
        </p:spPr>
      </p:pic>
      <p:pic>
        <p:nvPicPr>
          <p:cNvPr id="15" name="Karo13" descr="/Users/raufenc/Downloads/Claude ile Yaptıklarımız/1 - Claude Code projeleri/girisim-sunum-birlesik/katman/_bos.png">
            <a:hlinkClick r:id="rId27" tooltip="Fikir kartı" action="ppaction://hlinksldjump"/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528730" y="3035224"/>
            <a:ext cx="1469492" cy="1015975"/>
          </a:xfrm>
          <a:prstGeom prst="rect">
            <a:avLst/>
          </a:prstGeom>
        </p:spPr>
      </p:pic>
      <p:pic>
        <p:nvPicPr>
          <p:cNvPr id="16" name="Karo14" descr="/Users/raufenc/Downloads/Claude ile Yaptıklarımız/1 - Claude Code projeleri/girisim-sunum-birlesik/katman/_bos.png">
            <a:hlinkClick r:id="rId29" tooltip="Fikir kartı" action="ppaction://hlinksldjump"/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112519" y="3035224"/>
            <a:ext cx="1469591" cy="1015975"/>
          </a:xfrm>
          <a:prstGeom prst="rect">
            <a:avLst/>
          </a:prstGeom>
        </p:spPr>
      </p:pic>
      <p:pic>
        <p:nvPicPr>
          <p:cNvPr id="17" name="Karo15" descr="/Users/raufenc/Downloads/Claude ile Yaptıklarımız/1 - Claude Code projeleri/girisim-sunum-birlesik/katman/_bos.png">
            <a:hlinkClick r:id="rId31" tooltip="Fikir kartı" action="ppaction://hlinksldjump"/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09585" y="4165496"/>
            <a:ext cx="1469492" cy="1015975"/>
          </a:xfrm>
          <a:prstGeom prst="rect">
            <a:avLst/>
          </a:prstGeom>
        </p:spPr>
      </p:pic>
      <p:pic>
        <p:nvPicPr>
          <p:cNvPr id="18" name="Karo16" descr="/Users/raufenc/Downloads/Claude ile Yaptıklarımız/1 - Claude Code projeleri/girisim-sunum-birlesik/katman/_bos.png">
            <a:hlinkClick r:id="rId33" tooltip="Fikir kartı" action="ppaction://hlinksldjump"/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193374" y="4165496"/>
            <a:ext cx="1469492" cy="1015975"/>
          </a:xfrm>
          <a:prstGeom prst="rect">
            <a:avLst/>
          </a:prstGeom>
        </p:spPr>
      </p:pic>
      <p:pic>
        <p:nvPicPr>
          <p:cNvPr id="19" name="Karo17" descr="/Users/raufenc/Downloads/Claude ile Yaptıklarımız/1 - Claude Code projeleri/girisim-sunum-birlesik/katman/_bos.png">
            <a:hlinkClick r:id="rId35" tooltip="Fikir kartı" action="ppaction://hlinksldjump"/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777163" y="4165496"/>
            <a:ext cx="1469591" cy="1015975"/>
          </a:xfrm>
          <a:prstGeom prst="rect">
            <a:avLst/>
          </a:prstGeom>
        </p:spPr>
      </p:pic>
      <p:pic>
        <p:nvPicPr>
          <p:cNvPr id="20" name="Karo18" descr="/Users/raufenc/Downloads/Claude ile Yaptıklarımız/1 - Claude Code projeleri/girisim-sunum-birlesik/katman/_bos.png">
            <a:hlinkClick r:id="rId37" tooltip="Fikir kartı" action="ppaction://hlinksldjump"/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361052" y="4165496"/>
            <a:ext cx="1469492" cy="1015975"/>
          </a:xfrm>
          <a:prstGeom prst="rect">
            <a:avLst/>
          </a:prstGeom>
        </p:spPr>
      </p:pic>
      <p:pic>
        <p:nvPicPr>
          <p:cNvPr id="21" name="Karo19" descr="/Users/raufenc/Downloads/Claude ile Yaptıklarımız/1 - Claude Code projeleri/girisim-sunum-birlesik/katman/_bos.png">
            <a:hlinkClick r:id="rId39" tooltip="Fikir kartı" action="ppaction://hlinksldjump"/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944841" y="4165496"/>
            <a:ext cx="1469591" cy="1015975"/>
          </a:xfrm>
          <a:prstGeom prst="rect">
            <a:avLst/>
          </a:prstGeom>
        </p:spPr>
      </p:pic>
      <p:pic>
        <p:nvPicPr>
          <p:cNvPr id="22" name="Karo20" descr="/Users/raufenc/Downloads/Claude ile Yaptıklarımız/1 - Claude Code projeleri/girisim-sunum-birlesik/katman/_bos.png">
            <a:hlinkClick r:id="rId41" tooltip="Fikir kartı" action="ppaction://hlinksldjump"/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528730" y="4165496"/>
            <a:ext cx="1469492" cy="1015975"/>
          </a:xfrm>
          <a:prstGeom prst="rect">
            <a:avLst/>
          </a:prstGeom>
        </p:spPr>
      </p:pic>
      <p:pic>
        <p:nvPicPr>
          <p:cNvPr id="23" name="Karo21" descr="/Users/raufenc/Downloads/Claude ile Yaptıklarımız/1 - Claude Code projeleri/girisim-sunum-birlesik/katman/_bos.png">
            <a:hlinkClick r:id="rId43" tooltip="Fikir kartı" action="ppaction://hlinksldjump"/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112519" y="4165496"/>
            <a:ext cx="1469591" cy="1015975"/>
          </a:xfrm>
          <a:prstGeom prst="rect">
            <a:avLst/>
          </a:prstGeom>
        </p:spPr>
      </p:pic>
      <p:pic>
        <p:nvPicPr>
          <p:cNvPr id="24" name="Karo22" descr="/Users/raufenc/Downloads/Claude ile Yaptıklarımız/1 - Claude Code projeleri/girisim-sunum-birlesik/katman/_bos.png">
            <a:hlinkClick r:id="rId45" tooltip="Fikir kartı" action="ppaction://hlinksldjump"/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09585" y="5295768"/>
            <a:ext cx="1469492" cy="1015975"/>
          </a:xfrm>
          <a:prstGeom prst="rect">
            <a:avLst/>
          </a:prstGeom>
        </p:spPr>
      </p:pic>
      <p:pic>
        <p:nvPicPr>
          <p:cNvPr id="25" name="Karo23" descr="/Users/raufenc/Downloads/Claude ile Yaptıklarımız/1 - Claude Code projeleri/girisim-sunum-birlesik/katman/_bos.png">
            <a:hlinkClick r:id="rId47" tooltip="Fikir kartı" action="ppaction://hlinksldjump"/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193374" y="5295768"/>
            <a:ext cx="1469492" cy="1015975"/>
          </a:xfrm>
          <a:prstGeom prst="rect">
            <a:avLst/>
          </a:prstGeom>
        </p:spPr>
      </p:pic>
      <p:pic>
        <p:nvPicPr>
          <p:cNvPr id="26" name="Karo24" descr="/Users/raufenc/Downloads/Claude ile Yaptıklarımız/1 - Claude Code projeleri/girisim-sunum-birlesik/katman/_bos.png">
            <a:hlinkClick r:id="rId49" tooltip="Fikir kartı" action="ppaction://hlinksldjump"/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3777163" y="5295768"/>
            <a:ext cx="1469591" cy="1015975"/>
          </a:xfrm>
          <a:prstGeom prst="rect">
            <a:avLst/>
          </a:prstGeom>
        </p:spPr>
      </p:pic>
      <p:pic>
        <p:nvPicPr>
          <p:cNvPr id="27" name="Karo25" descr="/Users/raufenc/Downloads/Claude ile Yaptıklarımız/1 - Claude Code projeleri/girisim-sunum-birlesik/katman/_bos.png">
            <a:hlinkClick r:id="rId51" tooltip="Fikir kartı" action="ppaction://hlinksldjump"/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361052" y="5295768"/>
            <a:ext cx="1469492" cy="1015975"/>
          </a:xfrm>
          <a:prstGeom prst="rect">
            <a:avLst/>
          </a:prstGeom>
        </p:spPr>
      </p:pic>
      <p:pic>
        <p:nvPicPr>
          <p:cNvPr id="28" name="Karo26" descr="/Users/raufenc/Downloads/Claude ile Yaptıklarımız/1 - Claude Code projeleri/girisim-sunum-birlesik/katman/_bos.png">
            <a:hlinkClick r:id="rId53" tooltip="Fikir kartı" action="ppaction://hlinksldjump"/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944841" y="5295768"/>
            <a:ext cx="1469591" cy="1015975"/>
          </a:xfrm>
          <a:prstGeom prst="rect">
            <a:avLst/>
          </a:prstGeom>
        </p:spPr>
      </p:pic>
      <p:pic>
        <p:nvPicPr>
          <p:cNvPr id="29" name="Karo27" descr="/Users/raufenc/Downloads/Claude ile Yaptıklarımız/1 - Claude Code projeleri/girisim-sunum-birlesik/katman/_bos.png">
            <a:hlinkClick r:id="rId55" tooltip="Fikir kartı" action="ppaction://hlinksldjump"/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8528730" y="5295768"/>
            <a:ext cx="1469492" cy="1015975"/>
          </a:xfrm>
          <a:prstGeom prst="rect">
            <a:avLst/>
          </a:prstGeom>
        </p:spPr>
      </p:pic>
      <p:pic>
        <p:nvPicPr>
          <p:cNvPr id="30" name="Karo28" descr="/Users/raufenc/Downloads/Claude ile Yaptıklarımız/1 - Claude Code projeleri/girisim-sunum-birlesik/katman/_bos.png">
            <a:hlinkClick r:id="rId57" tooltip="Fikir kartı" action="ppaction://hlinksldjump"/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0112519" y="5295768"/>
            <a:ext cx="1469591" cy="1015975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</p:sld>
</file>

<file path=ppt/slides/slide38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10_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</p:sld>
</file>

<file path=ppt/slides/slide39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10_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40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10_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41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ilm"/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8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2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12_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</p:sld>
</file>

<file path=ppt/slides/slide43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12_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44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13_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</p:sld>
</file>

<file path=ppt/slides/slide45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13_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46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13_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47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13_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48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14_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</p:sld>
</file>

<file path=ppt/slides/slide49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14_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50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14_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51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sahne" descr="/Users/raufenc/Downloads/Claude ile Yaptıklarımız/1 - Claude Code projeleri/girisim-sunum-birlesik/katman/t14_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52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 name="Slide 52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rt" descr="/Users/raufenc/Downloads/Claude ile Yaptıklarımız/1 - Claude Code projeleri/girisim-sunum-birlesik/katman/fikir01.jpg">
            <a:hlinkClick r:id="rId2" tooltip="Izgaraya dön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53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 name="Slide 53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rt" descr="/Users/raufenc/Downloads/Claude ile Yaptıklarımız/1 - Claude Code projeleri/girisim-sunum-birlesik/katman/fikir02.jpg">
            <a:hlinkClick r:id="rId2" tooltip="Izgaraya dön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54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 name="Slide 54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rt" descr="/Users/raufenc/Downloads/Claude ile Yaptıklarımız/1 - Claude Code projeleri/girisim-sunum-birlesik/katman/fikir03.jpg">
            <a:hlinkClick r:id="rId2" tooltip="Izgaraya dön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55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 name="Slide 55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rt" descr="/Users/raufenc/Downloads/Claude ile Yaptıklarımız/1 - Claude Code projeleri/girisim-sunum-birlesik/katman/fikir04.jpg">
            <a:hlinkClick r:id="rId2" tooltip="Izgaraya dön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56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 name="Slide 56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rt" descr="/Users/raufenc/Downloads/Claude ile Yaptıklarımız/1 - Claude Code projeleri/girisim-sunum-birlesik/katman/fikir05.jpg">
            <a:hlinkClick r:id="rId2" tooltip="Izgaraya dön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57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 name="Slide 57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rt" descr="/Users/raufenc/Downloads/Claude ile Yaptıklarımız/1 - Claude Code projeleri/girisim-sunum-birlesik/katman/fikir06.jpg">
            <a:hlinkClick r:id="rId2" tooltip="Izgaraya dön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58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 name="Slide 58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rt" descr="/Users/raufenc/Downloads/Claude ile Yaptıklarımız/1 - Claude Code projeleri/girisim-sunum-birlesik/katman/fikir07.jpg">
            <a:hlinkClick r:id="rId2" tooltip="Izgaraya dön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59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 name="Slide 59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rt" descr="/Users/raufenc/Downloads/Claude ile Yaptıklarımız/1 - Claude Code projeleri/girisim-sunum-birlesik/katman/fikir08.jpg">
            <a:hlinkClick r:id="rId2" tooltip="Izgaraya dön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60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 name="Slide 60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rt" descr="/Users/raufenc/Downloads/Claude ile Yaptıklarımız/1 - Claude Code projeleri/girisim-sunum-birlesik/katman/fikir09.jpg">
            <a:hlinkClick r:id="rId2" tooltip="Izgaraya dön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61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 name="Slide 61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rt" descr="/Users/raufenc/Downloads/Claude ile Yaptıklarımız/1 - Claude Code projeleri/girisim-sunum-birlesik/katman/fikir10.jpg">
            <a:hlinkClick r:id="rId2" tooltip="Izgaraya dön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62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 name="Slide 62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rt" descr="/Users/raufenc/Downloads/Claude ile Yaptıklarımız/1 - Claude Code projeleri/girisim-sunum-birlesik/katman/fikir11.jpg">
            <a:hlinkClick r:id="rId2" tooltip="Izgaraya dön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63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 name="Slide 63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rt" descr="/Users/raufenc/Downloads/Claude ile Yaptıklarımız/1 - Claude Code projeleri/girisim-sunum-birlesik/katman/fikir12.jpg">
            <a:hlinkClick r:id="rId2" tooltip="Izgaraya dön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64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 name="Slide 64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rt" descr="/Users/raufenc/Downloads/Claude ile Yaptıklarımız/1 - Claude Code projeleri/girisim-sunum-birlesik/katman/fikir13.jpg">
            <a:hlinkClick r:id="rId2" tooltip="Izgaraya dön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65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 name="Slide 65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rt" descr="/Users/raufenc/Downloads/Claude ile Yaptıklarımız/1 - Claude Code projeleri/girisim-sunum-birlesik/katman/fikir14.jpg">
            <a:hlinkClick r:id="rId2" tooltip="Izgaraya dön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66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 name="Slide 66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rt" descr="/Users/raufenc/Downloads/Claude ile Yaptıklarımız/1 - Claude Code projeleri/girisim-sunum-birlesik/katman/fikir15.jpg">
            <a:hlinkClick r:id="rId2" tooltip="Izgaraya dön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67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 name="Slide 67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rt" descr="/Users/raufenc/Downloads/Claude ile Yaptıklarımız/1 - Claude Code projeleri/girisim-sunum-birlesik/katman/fikir16.jpg">
            <a:hlinkClick r:id="rId2" tooltip="Izgaraya dön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68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 name="Slide 68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rt" descr="/Users/raufenc/Downloads/Claude ile Yaptıklarımız/1 - Claude Code projeleri/girisim-sunum-birlesik/katman/fikir17.jpg">
            <a:hlinkClick r:id="rId2" tooltip="Izgaraya dön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69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 name="Slide 69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rt" descr="/Users/raufenc/Downloads/Claude ile Yaptıklarımız/1 - Claude Code projeleri/girisim-sunum-birlesik/katman/fikir18.jpg">
            <a:hlinkClick r:id="rId2" tooltip="Izgaraya dön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70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 name="Slide 70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rt" descr="/Users/raufenc/Downloads/Claude ile Yaptıklarımız/1 - Claude Code projeleri/girisim-sunum-birlesik/katman/fikir19.jpg">
            <a:hlinkClick r:id="rId2" tooltip="Izgaraya dön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71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 name="Slide 71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rt" descr="/Users/raufenc/Downloads/Claude ile Yaptıklarımız/1 - Claude Code projeleri/girisim-sunum-birlesik/katman/fikir20.jpg">
            <a:hlinkClick r:id="rId2" tooltip="Izgaraya dön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72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 name="Slide 72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rt" descr="/Users/raufenc/Downloads/Claude ile Yaptıklarımız/1 - Claude Code projeleri/girisim-sunum-birlesik/katman/fikir21.jpg">
            <a:hlinkClick r:id="rId2" tooltip="Izgaraya dön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73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 name="Slide 73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rt" descr="/Users/raufenc/Downloads/Claude ile Yaptıklarımız/1 - Claude Code projeleri/girisim-sunum-birlesik/katman/fikir22.jpg">
            <a:hlinkClick r:id="rId2" tooltip="Izgaraya dön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74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 name="Slide 74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rt" descr="/Users/raufenc/Downloads/Claude ile Yaptıklarımız/1 - Claude Code projeleri/girisim-sunum-birlesik/katman/fikir23.jpg">
            <a:hlinkClick r:id="rId2" tooltip="Izgaraya dön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75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 name="Slide 75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rt" descr="/Users/raufenc/Downloads/Claude ile Yaptıklarımız/1 - Claude Code projeleri/girisim-sunum-birlesik/katman/fikir24.jpg">
            <a:hlinkClick r:id="rId2" tooltip="Izgaraya dön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76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 name="Slide 76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rt" descr="/Users/raufenc/Downloads/Claude ile Yaptıklarımız/1 - Claude Code projeleri/girisim-sunum-birlesik/katman/fikir25.jpg">
            <a:hlinkClick r:id="rId2" tooltip="Izgaraya dön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77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 name="Slide 77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rt" descr="/Users/raufenc/Downloads/Claude ile Yaptıklarımız/1 - Claude Code projeleri/girisim-sunum-birlesik/katman/fikir26.jpg">
            <a:hlinkClick r:id="rId2" tooltip="Izgaraya dön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78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 name="Slide 78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rt" descr="/Users/raufenc/Downloads/Claude ile Yaptıklarımız/1 - Claude Code projeleri/girisim-sunum-birlesik/katman/fikir27.jpg">
            <a:hlinkClick r:id="rId2" tooltip="Izgaraya dön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79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 name="Slide 79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rt" descr="/Users/raufenc/Downloads/Claude ile Yaptıklarımız/1 - Claude Code projeleri/girisim-sunum-birlesik/katman/fikir28.jpg">
            <a:hlinkClick r:id="rId2" tooltip="Izgaraya dön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79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 Salonda 28 Girişim Var</dc:title>
  <dc:subject>PptxGenJS Presentation</dc:subject>
  <dc:creator>Rauf Enç</dc:creator>
  <cp:lastModifiedBy>Rauf Enç</cp:lastModifiedBy>
  <cp:revision>1</cp:revision>
  <dcterms:created xsi:type="dcterms:W3CDTF">2026-10-21T06:47:43Z</dcterms:created>
  <dcterms:modified xsi:type="dcterms:W3CDTF">2026-10-21T06:47:43Z</dcterms:modified>
</cp:coreProperties>
</file>