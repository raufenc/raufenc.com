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Şükür ve Sevinç</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 sallallahu aleyhi ve sellem'in dünyaya teşrifleri ve yaşanan mucizevi hâdiseler</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doğumundaki mucizevi olayları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Şükür kavramının anlamını ve hayatındaki yerini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Sevinci başkalarıyla paylaşmanın önemini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Sahip olduğu nimetlerin farkına varır ve şükretme alışkanlığı kazanır.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Velâdet-i Şerîfe</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dünyaya teşriflerini ifade eden mübarek doğum.</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Rebîülevvel</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doğduğu hicrî takvim ayıdır.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Rahmeten li'l-Âlemîn</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Âlemlere rahmet anlamında, Peygamber Efendimiz sallallahu aleyhi ve sellem'in sıfatıdır.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Şükür</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verdiği nimetleri fark edip karşılığında hamd etmek ve nimeti yerinde kullanmaktır.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Mevlid</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doğumunu anma ve kutlama.</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Bereket</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bir şeydeki hayrı ve bolluğu artırmasıdır.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Dünyayı Aydınlatan Doğum</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Rebîülevvel ayının on ikinci gecesi, insanlık tarihinin en mübarek doğumu gerçekleşti. Peygamber Efendimiz sallallahu aleyhi ve sellem, Mekke-i Mükerreme'de dünyaya teşrif ettiler. Bu gece, karanlık dünyaya nur saçan, insanlığa kurtuluş müjdesi getiren eşsiz bir geceydi.</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Rebîülevvel ayının on ikinci gecesi, pazartesi günü, Mekke-i Mükerreme'de dünyaya teşrif ettiler. Annesi Âmine vâlidemiz, o gece olağanüstü hâller yaşadı. Doğum sırasında doğudan batıya uzanan bir nûr gördü. Bu nûr öyle parlaktı ki Şam sarayları bile aydınlandı. Âmine vâlidemiz hiç ağrı ve sıkıntı çekmedi ve bu duruma çok şükretti.</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O gece bütün dünyada mucizevi olaylar yaşandı. Mecûsîlerin bin yıldır hiç sönmeyen ateşi bir anda söndü. İran Kisrâsı'nın sarayından on dört burç yıkıldı. Sâve Gölü bir gecede kurudu. Kâbe'deki putlar yüzüstü devrildi. Bu olağanüstü hâdiseler, dünyaya yeni bir çağın başladığını müjdeliyordu. Her şey, âlemlere rahmet olarak gönderilen o mübarek bebeğin şerefine değişiyordu.</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sellem'in dedesi Abdulmuttalib, torununun doğumuna çok sevindi ve Allahu Teâlâ'ya şükretti. O'na 'Muhammed' ismini verdi ki bu isim 'çok övülmüş' anlamına gelir. Süt annesi Halîme vâlidemiz de O'nu emzirmeye başladığında, evlerinde bereket ve bolluk başladı. Peygamber Efendimiz'in dünyaya gelişi, çevresindeki herkese sevinç ve huzur getirdi.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Doğumu sırasında doğudan batıya uzanan bir nûr gördüm. Bu nûr ile Şam sarayları aydınlandı.</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Âmine vâlidemiz</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Biz seni ancak âlemlere rahmet olarak gönderdik.</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Enbiyâ Sûresi, 107. Âyet-i Kerîme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Allahu Teâlâ'ya Şükür</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Sahip olduğumuz her nimetin Allahu Teâlâ'dan geldiğini bilip hamd etmek.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Aile İçi Sevinç</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Güzel haberleri aile ile paylaşmak, birlikte sevinmek ve şükretmek.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Paylaşarak Çoğaltmak</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Sevincimizi ve nimetlerimizi çevremizle paylaşarak mutluluğu artırmak.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Nimete Saygı</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Yiyecek, içecek, sağlık gibi günlük nimetlerin kıymetini bilmek ve israf etmemek.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Doğum Günü Sürprizi</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Doğum günün için ailene bir şey söylememiştin ama onlar senin için küçük bir kutlama hazırlamışlar. Pasta yapmışlar ve ufak bir hediye almışlar. Aslında sen çok daha pahalı bir hediye bekliyordun ve biraz hayal kırıklığına uğradın.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Aileme sarılır, emeklerine teşekkür eder ve sev...</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Teşekkür ederim ama hayal kırıklığımı belli etm...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Beklediğim hediyeyi alamadığım için somurturum.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Arkadaşın Başarısı</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Sınıfta en yakın arkadaşın bir yarışmada birincilik kazandı. Herkes onu tebrik ediyor. Sen de aynı yarışmaya katılmıştın ama derece yapamamıştın. İçinden kıskançlık geçiyor ama arkadaşının da çok çalıştığını biliyorsun.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Arkadaşımı samimiyetle tebrik eder, başarısını ...</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Tebrik ederim ama fazla ilgilenmem, kendi dersl...</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Kıskanırım ve arkadaşımdan uzak dururum.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Yemek Beğenmemek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Annen akşam yemeği için saatlerce uğraşarak bir yemek yapmış. Ama bu yemek senin sevdiğin bir yemek değil. Sofraya oturduğunda yemeğe bakıp 'Ben bunu yemem' demek istiyorsun.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Annemin emeğine saygı gösterir, yemeği yer ve t...</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biraz tadar, beğenmesem de annemin emekl...</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Yemeği yemez, kendime başka bir şey yaparım.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Sağlığa Şükür</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Hastanede tedavi gören bir akrabanı ziyarete gittiniz. Akraban uzun süredir hasta ve yataktan kalkamıyor. Senin ise sağlığın yerinde ama bazen 'Keşke telefonum daha iyi olsa, keşke daha çok harçlığım olsa' diye şikâyet ediyorsun.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Sağlığımın ne büyük bir nimet olduğunu fark ede...</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Akrabama dua eder, ona moral vermeye çalışırım.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Ziyaretten sonra aynı şikâyetlerime devam ederim.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hangi ayda dünyaya teşrif etmiştir?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Muharrem</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Ramazan</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Rebîülevvel</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Şevval</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'Rahmeten li'l-Âlemîn' ne demektir?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İnsanların önderi</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Âlemlere rahmet</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Son peygamber</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Mekke'nin nûru</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sellem'in doğumu hangi gün gerçekleşmiştir?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Cuma</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Pazartesi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Perşembe</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Çarşamba</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Biz seni ancak âlemlere rahmet olarak gönderdik.</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Enbiyâ Sûresi, 107. Âyet-i Kerîme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Bugün şükredebileceğim beş nimeti sayabilir miyim?</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Son zamanlarda bir şey için gerçekten içten sevindiğim bir an ne zamandı?</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Şikâyet ettiğim bir konuyu şükre çevirebilir miyim? Nasıl?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03</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Şükür ve Sevinç</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