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Cesaret ve Hakikat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Vahyin gelişi, Hira mağarası ve Peygamber Efendimiz sallallahu aleyhi ve sellem'in cesurca İslâm'a daveti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sellem'e ilk vahyin nasıl geldiğini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Doğru bildiği şeyi söylemek için cesaret göstermenin önemini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Hakikat uğruna karşılaşılan zorluklara sabretmenin değerini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İslâm davetinin ilk günlerini ve Peygamber Efendimiz'in kararlılığını tanır.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Vahiy</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emirlerini ve yasaklarını peygamberlerine bildirmesidir.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Bi'set</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sellem'e peygamberlik görevinin verilmesidir.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Hira (Nûr) Dağı</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tefekkür ettiği ve ilk vahyin geldiği Mekke yakınlarındaki dağdır.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Cebrâil aleyhisselam</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vahyi peygamberlere ulaştıran melek.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Hakikat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Gerçek, doğru olan; İslâm'ın öğrettiği hak yol.</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Tefekkür</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yarattıkları üzerinde derin düşünmek ve ibret almaktır.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Hira'da İlk Vahiy</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kırk yaşına geldiğinde Hira mağarasında tefekkür ve ibadet ederdi. Bir gece Cebrâil aleyhisselam geldi ve ilk vahyi getirdi. Bu an, insanlık tarihinin dönüm noktasıydı.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Mekke yakınlarındaki Hira (Nûr) dağındaki mağaraya çıkar, günlerce tefekkür ederdi. Putlara tapan toplumunun hâline üzülür, göklerin ve yerin yaratılışını düşünürdü. Kırk yaşına geldiğinde, Ramazan ayında bir gece Cebrâil aleyhisselam geldi ve 'Oku!' dedi. Peygamber Efendimiz 'Ben okuma bilmem' dedi. Cebrâil aleyhisselam O'nu sıktı ve tekrar 'Oku!' dedi. Bu üç kez tekrarlandı ve ardından Alak Sûresi'nin ilk âyetleri nâzil oldu: 'Yaratan Rabbinin adıyla oku!'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bu büyük olaydan sonra titreyen bir hâlde eve döndü. Hz. Hatice radıyallahu anha'ya 'Beni örtün, beni örtün!' dedi. Hz. Hatice vâlidemiz O'nu sakinleştirdi ve şöyle dedi: 'Allahu Teâlâ seni asla yalnız bırakmaz. Sen akrabalarına iyilik eder, doğru söyler, emanete riâyet eder, muhtaçlara yardım eder, misafire ikram edersin.' Bu sözler, büyük bir cesaret ve imanın ifadesiydi.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vahyin gelmesinin ardından önce yakın çevresini İslâm'a davet etti. Sonra Safâ tepesine çıkarak bütün Mekke halkını topladı ve onlara İslâm'ı anlattı. Kureyş'in baskısına, tehditlerine ve hakaretlerine rağmen, hakikati söylemekten bir an bile geri durmadı. 'Bir elime güneşi, bir elime ayı koysanız ben bu davadan vazgeçmem' diyerek büyük bir cesaret örneği sergiledi.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Bir elime güneşi, bir elime ayı koysanız, ben bu davadan vazgeçmem.</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Yaratan Rabbinin adıyla oku! O, insanı bir alak'tan (yapışan hücreden) yarattı. Oku! Rabbin en büyük kerem sahibidir.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Alak Sûresi, 1-3. Âyet-i Kerîmeler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İçsel Cesaret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Doğru bildiğin şeyi söylemekten korkmamak, vicdanının sesini dinlemek.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Okulda Hakikat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Haksızlık gördüğünde ses çıkarmak, yanlışa 'yanlış' diyebilmek.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Sosyal Cesaret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Toplum baskısına rağmen doğru olanı savunmak, 'herkes yapıyor' demeden doğruyu yapmak.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Azim ve Kararlılık</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Zorluklara rağmen hedefinden ve doğru yoldan vazgeçmemek.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Sınıfta Zorbalık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Sınıfta bir grup öğrenci sürekli aynı arkadaşla dalga geçiyor. Herkes görüyor ama kimse bir şey söylemiyor. Sen de bu durumu fark ediyorsun. Eğer müdahale edersen o grubun hedefi sen olabilirsin.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Zorbalığa uğrayan arkadaşımın yanında olurum ve öğretmene durumu bildiririm.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Gruba 'Bu yaptığınız yanlış, bırakın' 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bana dokunmayan yılan bin yaşasın.</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Yanlış Cevap</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Derste öğretmenin sorduğu soruya herkes yanlış cevap veriyor. Sen doğru cevabı biliyorsun ama herkes farklı düşünüyor. El kaldırıp doğru cevabı söylersen belki 'ukala' derler. Ama susarsan yanlış öğrenilmiş olur.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El kaldırır, doğru bildiğim cevabı söylerim.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Dersten sonra öğretmenle özel konuşur, doğru cevabı söylerim.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Susar, herkes ne diyorsa onu kabul ederim.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Sigara Baskısı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çıkışında bir grup arkadaşın 'Bir kere dene, ne olacak' diyerek sana sigara uzatıyor. Hayır dersen grubun dışında kalabilirsin. Ama sigara içmenin zararlı olduğunu biliyorsun.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Kararlı bir şekilde 'Hayır, sağlığıma zarar verecek bir şey yapmam' 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Bahane uydurup o andan uzaklaşırım.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kere denemenin zararı olmaz diye düşünüp kabul ederim.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Sonucu Sorunu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Sınav kâğıtları dağıtıldı ve senin kâğıdında öğretmenin yanlışlıkla bir soruyu doğru saymış olduğunu fark ettin. Bu sayede notun 10 puan yüksek çıkmış. Kimse fark etmemiş durumda.</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giderim ve durumu açıkça söylerim.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süre düşünürüm ama sonunda öğretmene söylerim.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Sessiz kalırım, nasıl olsa öğretmenin hatası.</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İlk vahiy nerede gelmiştir?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Kâbe'de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Hira mağarasında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Medine'de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Sevr mağarasında</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ilk vahiyden sonra eve geldiğinde ne demiştir?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'Bana su verin'</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'Beni örtün, beni örtün'</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'Herkesi toplayın'</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'Sessiz olun'</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'Bi'set'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Hicret</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Peygamberlik görevinin verilmesi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Savaş</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Barış antlaşması</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Yaratan Rabbinin adıyla oku! O, insanı bir alak'tan (yapışan hücreden) yarattı. Oku! Rabbin en büyük kerem sahibidir.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Alak Sûresi, 1-3. Âyet-i Kerîmeler</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Doğru bildiğim hâlde söyleyemediğim bir şey oldu mu? Neden söyleyemedim?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Cesaret gösterip doğruyu söylediğim bir anı hatırlıyorum. Sonucu nasıl oldu?</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Toplum baskısına rağmen doğru olanı yapmak ne kadar zor? Buna hazır mıyım?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Cesaret ve Hakikat</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