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Kahramanlık ve Liderlik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Mûte'de Üç Komutan ve Bir Dahi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Mûte Harbi'nin arka planını ve önemini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Fedakârlık ve cesaretin liderliğin temel unsurları olduğunu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Kriz anında sorumluluk almanın önemini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Stratejik düşünmenin ve liderliğin hayat kurtarabileceğini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Kahramanlık</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Büyük bir dava uğruna tehlikelere göğüs germe ve fedakârlık gösterme.</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Liderlik</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anlarda sorumluluk alıp insanlara yol gösterme ve onları yönetme.</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Başkalarının iyiliği için kendi rahatından, hatta canından vazgeçme.</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Strateji</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durumlarda en az kayıpla en iyi sonucu elde etmek için planlı hareket etme.</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Cesaret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Korku karşısında bile doğru olanı yapmak için ileri atılma.</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Sorumluluk</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Kimse istemese bile gerektiğinde öne çıkıp yükü omuzlama.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Mûte Meydanı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sekizinci yılında Peygamber Efendimiz sallallahu aleyhi ve sellem'in Busrâ valisine gönderdiği elçi şehit edildi. Bunun üzerine üç bin kişilik bir ordu Mûte'ye gönderildi. Ancak karşılarında yüz bini aşan Bizans ordusunu buldular. Bu, İslâm tarihinin en eşitsiz savaşlarından biriydi.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ordu komutanlığını sırasıyla Zeyd bin Hârise, Cafer bin Ebî Tâlib ve Abdullah bin Revâha radıyallahu anhüm'e vermişti. İlk komutan Zeyd bin Hârise radıyallahu anh sancağı alıp düşmanın üzerine atıldı ve şehit oldu. Sancağı Cafer bin Ebî Tâlib radıyallahu anh aldı; iki eli kesildiği hâlde sancağı kollarına sarıp savaşmaya devam etti ve o da şehit düştü.</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Sıra Abdullah bin Revâha radıyallahu anh'a geldi. O da bir an tereddüt ettiyse de nefsine hitap ederek 'Ey nefsim, sen de savaşacaksın!' dedi ve sancağı alıp şehit oluncaya kadar savaştı. Üç komutan da art arda şehit olunca ordu dağılma tehlikesiyle karşı karşıya kaldı. İşte o kritik anda Hâlid bin Velîd radıyallahu anh sancağı aldı.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Hâlid bin Velîd radıyallahu anh müthiş bir strateji uygulayarak gece boyunca askerlerin yerini değiştirdi; düşmana yeni takviye kuvvetlerin geldiği izlenimini verdi. Bu dahice taktikle ordunun büyük bölümünü sağ salim geri çekmeyi başardı. Peygamber Efendimiz sallallahu aleyhi ve sellem ona 'Seyfullah' (Allah'ın Kılıcı) unvanını verdi.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Sancağı Allah'ın kılıçlarından bir kılıç aldı ve Allah onun eliyle fethi müyesser kıldı.</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 Hâlid bin Velîd hakkında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Allah yolunda öldürülenleri sakın ölüler sanmayın. Bilakis onlar diridirler, Rableri katında rızıklanmaktadırlar.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Âl-i İmrân Sûresi, 169.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Cesaret ve Fedakârlık</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Üç komutanın canları pahasına görevlerini yapması.</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Kriz Liderliği</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En zor anda öne çıkıp durumu kurtarma.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Stratejik Zekâ</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Hâlid bin Velîd radıyallahu anh'ın dahice taktiği.</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İlham Verme</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Liderin cesaretinin tüm orduya moral vermesi.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Yangın Tatbikatı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yangın tatbikatı sırasında herkes paniğe kapıldı ve çıkış kapısında izdiham oluştu. Öğretmeniniz sınıfta kalmış ve yardım çağırıyor. Bazı arkadaşların korkudan hareket edemiyor.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Sakin kalır, panik yapan arkadaşlarımı yatıştır...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herkesle birlikte koşarak çıkmaya çalışı...</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Yerimde kalır, birinin gelip bizi kurtarmasını ...</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Proje Sunumu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Grup projesi sunumunuz var ama sunumu yapacak arkadaşın hastalandı ve gelemedi. Sunum bugün yapılmazsa grubun notu düşecek. Konuyu tam bilmiyorsun ama notlar sende.</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Notlara hızlıca göz atar, sunumu ben yaparım; g...</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gider, sunumu ertelememizi isterim.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Başka bir grup arkadaşımı sunuma zorlarım.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Zorbalığa Müdahale</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küçük sınıftaki bir öğrenciye büyük sınıftaki birkaç kişi zorbalık yapıyor. Küçük öğrenci ağlıyor ama kimse müdahale etmiyor. Sen de büyük sınıftaki öğrencilerin sana da bir şey yapmasından korkuyorsun.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Yanlarına gider durumu sakinleştirmeye çalışırı...</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 kendi işime bakarım.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Videoya çekerim, sonra öğretmene gösteririm.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Takım Kaptanlığı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Voleybol takımının kaptanısın ve maçı kaybediyorsunuz. Takım arkadaşlarının morali çok bozuk, bazıları tartışıyor. Maçın ikinci seti başlamak üzere.</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toplar, moral konuşması yapar, herkesin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moralimi bozar, 'zaten kaybedeceğiz' derim.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Kaptanlığı bırakır, başka birinin yönetmesini i...</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Mûte Harbi'nin sebebi nedir?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Toprak anlaşmazlığı</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Peygamber Efendimiz'in elçisinin şehit edilmesi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Ticaret yollarının kapatılması</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Bizans'ın savaş ilan etmesi</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Hâlid bin Velîd radıyallahu anh'a verilen unvan nedir?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Arslanullah</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Seyfullah (Allah'ın Kılıcı)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Emînü'l-Ümme</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Fâtihu'l-Bilâd</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Liderliğin en önemli özelliği hangisidir?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Herkese emir vermek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Zor anlarda sorumluluk alıp doğru kararlar vermek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En güçlü olmak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Herkesi memnun etmek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Allah yolunda öldürülenleri sakın ölüler sanmayın. Bilakis onlar diridirler, Rableri katında rızıklanmaktadırlar.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Âl-i İmrân Sûresi, 169.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Herkesin geri durduğu bir anda sorumluluk aldığın bir anı hatırlıyor musun? Nasıl hissettin?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Üç komutanın art arda şehit olması seni nasıl etkiliyor? Bu fedakârlıktan ne öğreniyorsun?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Hâlid bin Velîd radıyallahu anh'ın stratejisi sana günlük hayatta zor durumları çözmek için ilham veriyor mu?</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22</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Kahramanlık ve Liderlik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