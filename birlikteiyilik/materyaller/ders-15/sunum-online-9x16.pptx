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İlim ve Eğitim</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İlim öğrenmenin önemi ve Peygamber Efendimiz'in eğitim metodu</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Ashab-ı Suffa'nın kim olduğunu ve İslâm eğitim tarihindeki yerini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Efendimiz'in eğitim metodunun özelliklerini tanıyabilirim.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İlim öğrenmenin İslâm'daki önemini ve farz oluşunu kavrayabilirim.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Günlük hayatımda ilim öğrenme fırsatlarını değerlendirebilirim.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Suffa</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Mescid-i Nebevî'nin avlusunda ilim öğrenmek için kalınan yer, İslâm'ın ilk okulu.</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İlim</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Bilgi edinme, öğrenme ve araştırma yoluyla hakikati arama.</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Hadis-i Şerif</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sözleri, davranışları ve onayları.</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Ashab-ı Suffa</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Suffa'da kalarak ilim öğrenmeye hayatını adayan sahâbîler.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Eğitim</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Bilgi, beceri ve değerlerin sistematik olarak öğretilmesi.</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Hikmet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Derin anlayış, bilgelik; bilgiyi doğru yerde doğru şekilde kullanma.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Ashab-ı Suffa'nın İlim Aşkı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Medîne'de Mescid-i Nebevî'nin yanında Suffa adı verilen bir bölüm oluşturdu. Burası İslâm'ın ilk üniversitesi olarak kabul edilir. Ashab-ı Suffa, hayatlarını ilim öğrenmeye adamış sahâbîlerdir.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Mescid-i Nebevî'nin avlusunda hurma dallarıyla gölgelenen bir alan vardı; buraya Suffa denirdi. Yüzlerce sahâbî, dünya meşgalelerini bırakarak burada ilim öğrenmek için kalıyordu. Çoğunun yatacak yatağı, giyecek elbisesi bile yetersizdi. Ancak onların gönülleri ilim aşkıyla doluydu. Peygamber Efendimiz sallallahu aleyhi ve sellem bizzat onlara ders veriyor, Kur'an-ı Kerim öğretiyor, İslâm'ın inceliklerini anlatıyordu.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eşsiz bir eğitimciydi. Sabırla anlatır, soru sorarak düşündürür, örneklerle açıklardı. Ashâb-ı Kirâm'a 'İlim öğrenmek her Müslüman'a farzdır' buyurarak ilmin önemini vurgulardı. Hz. Ebû Hureyre radıyallahu anh, Suffa'da kalarak binlerce Hadis-i Şerif ezberlemiş ve gelecek nesillere aktarmıştır. Hz. Muaz bin Cebel radıyallahu anh, Yemen'e gönderilecek kadar derin ilim sahibi olmuştur.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Ashab-ı Suffa'nın ilim aşkı, bize açlığa ve yoksulluğa rağmen öğrenmenin ne kadar değerli olduğunu öğretir. Bugün okullarda, kütüphanelerde her türlü imkâna sahibiz. Bu nimetlerin kıymetini bilmek ve ilim öğrenmeye azimle devam etmek, Ashab-ı Suffa'nın bize bıraktığı en güzel mirastır.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İlim öğrenmek, her Müslüman erkek ve kadına farzdır.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 (Hadis-i Şerif)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De ki: Hiç bilenlerle bilmeyenler bir olur mu?</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Zümer Sûresi,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Dinî İlim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Kur'an-ı Kerim, Hadis-i Şerif ve İslâm ilimlerini öğrenme.</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Dünyevî İlim</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Fen, matematik, tarih gibi dünya ilimlerini öğrenme.</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 Eğitimi</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Güzel ahlâk, adab ve edep öğrenerek karakter geliştirme.</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Paylaşarak Öğrenme</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Öğrendiğini başkalarına aktararak bilgiyi yaşatma.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Ders Çalışma Tercihi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Hafta sonu arkadaşlarınız dışarı çıkmak istiyor. Ancak pazartesi önemli bir sınavınız var ve henüz yeterince çalışmadınız. Arkadaşlarınız 'Bir gün çalışmazsan ne olacak?' diye ısrar ediyor.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Önce dersimi çalışır, kalan zamanımda arkadaşlarımla buluşurum.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durumu anlatır, sınavdan sonra bir plan yaparız 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Ders çalışmayı bırakıp arkadaşlarımla çıkarım.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Bilgiyi Paylaşmak</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konuyu çok iyi öğrendiniz ve sınavda yüksek not aldınız. Arkadaşlarınız sizden o konuyu anlatmanızı istiyor. Ancak bazıları 'Ona anlatırsan o da yüksek alır, senin avantajın kalkmaz' diyor.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Bilgiyi paylaşmak benim için daha değerli; arkadaşlarıma anlatabilirim.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Bilgiyi paylaşırım, çünkü öğretirken ben de daha iyi öğrenirim.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Haklılar, anlatmam; herkes kendi çabasıyla öğrensin.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Kur'an Kursunda</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Yaz tatilinde Kur'an-ı Kerim kursuna gidiyorsunuz. Bazı arkadaşlarınız 'Tatilde niye okula gidiyorsun?' diye dalga geçiyor. Siz kursu seviyorsunuz ama bu durumdan rahatsız oluyorsunuz.</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Kursu sevdiğimi ve çok şey öğrendiğimi gururla anlatırım.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Aldırmam, hedefime odaklanırım.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ayak uydurup kursu bırakırım.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Kitap mı Oyun mu?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Babanız size çok güzel bir ansiklopedi seti hediye etti. Aynı gün yeni bir bilgisayar oyunu da çıktı. Arkadaşlarınız hep oyundan bahsediyor. Ansiklopediyi okumak istiyorsunuz ama dışlanmaktan korkuyorsunuz.</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 ansiklopedimi okur hem bazen arkadaşlarımla oyun oynarım, dengeli olurum.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Ansiklopediden öğrendiğim ilginç bilgileri arkadaşlarımla paylaşırım.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Ansiklopediyi kenara koyar, sadece oyun oynarım.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Ashab-ı Suffa nerede kalıyordu?</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Mekke'de Kâbe'nin yanında</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Medîne'de Mescid-i Nebevî'nin avlusunda</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Tâif'te</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Kudüs'te</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Zümer Sûresi 9. ayette ne sorulmaktadır?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Namaz kılmanın faydası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Hiç bilenlerle bilmeyenler bir olur mu?</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Oruç tutmanın hikmeti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Zekâtın önemi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Ashab-ı Suffa'nın en belirgin özelliği nedir?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Zengin olmaları</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Savaşçı olmaları</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İlim uğruna her şeyden vazgeçmeleri</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Ticaretle uğraşmaları</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De ki: Hiç bilenlerle bilmeyenler bir olur mu?</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Zümer Sûresi, 9</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Ashab-ı Suffa'nın yerinde olsan, ilim için ne kadar fedakârlık yapabilirdin?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En sevdiğin ders hangisi ve neden? Bu dersten hayatına ne katıyorsun?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Öğrendiğin bir bilgiyi başka birine öğrettiğinde ne hissediyorsun?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İlim ve Eğitim</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