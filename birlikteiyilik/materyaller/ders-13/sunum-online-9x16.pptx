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Fedakârlık ve Tevekkül</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Büyük hedefler için fedakârlık ve Allah'a güven</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Hicret olayının tarihî önemini ve sürecini açıklayabilirim.</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Fedakârlık kavramını tanımlayabilir, Hz. Ali'nin fedakârlığını yorumlayabilirim.</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Tevekkül kavramını anlayabilir ve günlük hayatta nasıl uygulanacağını açıklayabilirim.</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Hz. Ebû Bekir'in dostluk ve sadakat örneğinden dersler çıkarabilirim.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Hicret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Efendimiz'in Mekke'den Medîne'ye göç etmesi.</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Fedakârlık</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Başkası veya yüce bir ideal için kendi çıkarından vazgeçme.</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Tevekkül</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Elinden geleni yaptıktan sonra sonucu Allahü teâlâ'ya bırakma.</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Sevr Mağarası</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Hicret yolunda Peygamber Efendimiz ve Hz. Ebû Bekir'in sığındığı mağara.</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Dostluk</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En zor zamanlarda bile birbirinin yanında durma bağı.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Cesaret</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Tehlike karşısında korkmadan doğru olanı yapma gücü.</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Hicret Gecesi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Mekke müşrikleri Peygamber Efendimiz sallallahu aleyhi ve sellem'i öldürmeye karar verdiler. Her kabileden birer kişi seçerek suikast planı kurdular. Bu tehlikeli gecede büyük fedakârlıklar ve eşsiz bir tevekkül örneği yaşandı.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Hicret gecesi müşrikler Peygamber Efendimiz sallallahu aleyhi ve sellem'in evini kuşatmışlardı. Hz. Ali radıyallahu anh, Peygamber Efendimiz'in yatağına yatarak canını tehlikeye attı. Müşrikler içeri girdiklerinde yatakta Hz. Ali'yi buldular. Bu eşsiz fedakârlık, genç yaşına rağmen Hz. Ali'nin imanının ve cesaretinin büyüklüğünü gösteriyordu.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Hz. Ebû Bekir radıyallahu anh ile birlikte Medîne yoluna çıktılar. Yolda Sevr Mağarası'na sığındılar. Müşrikler mağaranın ağzına kadar geldi. Hz. Ebû Bekir radıyallahu anh endişelendiğinde Peygamber Efendimiz 'Üzülme, Allah bizimledir' buyurdu. Allahü teâlâ, mağaranın önüne bir örümcek ağ germiş, güvercin yuva yapmıştı.</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Hicret yolculuğu, fedakârlık ve tevekkülün iç içe geçtiği muhteşem bir tablodur. Hz. Ali'nin hayatını ortaya koyması, Hz. Ebû Bekir'in yol arkadaşlığı, Allahü teâlâ'nın örümcek ve güvercin ile yardım etmesi... Hepsi gösteriyor ki büyük hedefler ancak büyük fedakârlıklar ve Allahü teâlâ'ya tam bir tevekkül ile gerçekleşir.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Üzülme, Allah bizimledir.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 (Tevbe Sûresi, 40)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O ikisi mağarada iken arkadaşına 'Üzülme, çünkü Allah bizimle beraber' diyordu. Allah da ona sekînetini (huzur ve güvenini) indirmişti.</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Tevbe Sûresi, 40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Canla Fedakârlık</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Sevdiğin birini korumak için kendini tehlikeye atma.</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Malla Fedakârlık</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Sahip olduklarını büyük bir amaç için feda etme.</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Tevekkül</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Üzerine düşeni yaptıktan sonra sonucu Allah'a bırakma.</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Sadık Dostluk</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Zor günlerde bile yanında durma kararlılığı.</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Arkadaşı İçin Risk Almak</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bir arkadaşınız haksız yere suçlanıyor. Gerçeği biliyorsunuz ama gerçeği söylerseniz suçlayan kişilerle aranız bozulacak. Arkadaşınız ceza almak üzere.</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Gerçeği söylerim, arkadaşımı haksız cezadan kurtarırım.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özel olarak durumu anlatır, kimsenin yanmadan çözülmesini sağlamaya...</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Karışmam, nasılsa ortaya çıkar.</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Zor Bir Karar</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istediğiniz bir yarışma var ama aynı gün küçük kardeşinizin hastanede önemli bir muayenesi var. Aileniz kardeşinize eşlik etmenizi istiyor. Yarışma için uzun süredir hazırlanıyorsunuz.</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Kardeşim daha önemli, yarışmayı bir dahaki sefere bırakırım.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Yarışmaya katılır, sonra hemen hastaneye giderim.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Ailemle konuşup bir çözüm yolu ararım.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Sınav Kaygısı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Çok çalıştığınız halde sınav öncesi büyük bir kaygı yaşıyorsunuz. 'Ya başaramazsam?' düşüncesi sizi esir alıyor. Elleriniz titriyor ve odaklanamıyorsunuz.</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Dua eder, elimden gelenin en iyisini yaptığıma güvenirim; sonuç Allah'a aittir.</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nefes alır, bildiklerimi hatırlamaya odaklanırım.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Panikle sınava girer, hiçbir şey yapamazam.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Paylaşma Tercihi</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Doğum gününüzde aldığınız harçlıkla çok istediğiniz bir oyunu almayı planlıyordunuz. Ancak sınıfınızdaki bir arkadaşınızın ailesi zor durumda ve kışlık ayakkabısı yok.</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arkadaşıma ayakkabı almak için kullanırım.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Sınıfça yardım kampanyası başlatırım, herkes katkıda bulunsun.</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Kendi paramla istediğimi alırım, herkes kendi derdine baksın.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Hicret gecesi Peygamber Efendimiz'in yatağına kim yattı?</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Hz. Ebû Bekir radıyallahu anh</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Hz. Ömer radıyallahu anh</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Hz. Ali radıyallahu anh</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Hz. Osman radıyallahu anh</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Allahü teâlâ mağaranın önüne neler yarattı?</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Bir duvar ve kapı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Örümcek ağı ve güvercin yuvası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Bir çalı ve taş yığını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Bir nehir ve köprü</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'Üzülme, Allah bizimledir' ayeti hangi sûrededir?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Bakara Sûresi</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Âl-i İmrân Sûresi</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Tevbe Sûresi</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İsrâ Sûresi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O ikisi mağarada iken arkadaşına 'Üzülme, çünkü Allah bizimle beraber' diyordu. Allah da ona sekînetini (huzur ve güvenini) indirmişti.</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Tevbe Sûresi, 40</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Birisi için büyük bir fedakârlık yaptığın bir anı hatırlıyor musun? Ne hissettin?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Hz. Ali'nin yatağa yatmasını düşün. Sen olsaydın ne yapardın?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Tevekkül ile tembellik arasındaki farkı nasıl açıklarsın?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13</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Fedakârlık ve Tevekkül</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