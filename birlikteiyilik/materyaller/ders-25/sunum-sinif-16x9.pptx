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İnsan Hakları ve Eşitlik</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Vedâ Hutbesi'ndeki Evrensel Mesajlar</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Vedâ Hutbesi'nin temel mesajlarını açıklar.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İslam'ın insan hakları anlayışını günümüz değerleriyle ilişkilendirir.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Irk, renk ve dil ayrımcılığının İslam'daki yerini değerlendirir.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Evrensel insan hakları ilkelerinin Vedâ Hutbesi'ndeki köklerini tanır.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Vedâ Hutbesi</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hicretin 10. yılında Arafat'ta yüz bini aşkın Müslümana hitaben okuduğu tarihi hutbe.</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Eşitlik</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İnsanların ırk, renk, dil ve statü farkı gözetilmeksizin eşit haklara sahip olması ilkesi.</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Takva</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Allah'a karşı derin saygı ve sorumluluk bilinci; İslam'a göre insanlar arası gerçek üstünlük ölçüsü.</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İnsan Hakları</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Her insanın doğuştan sahip olduğu, can, mal, namus, inanç ve düşünce özgürlüğü gibi temel haklar.</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Cahiliye</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İslam öncesi Arap toplumundaki haksızlık, zulüm ve ayrımcılıkla dolu karanlık dönem.</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Dokunulmazlık</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İnsanın canına, malına ve namusuna kimsenin haksız yere müdahale edemeyeceği ilkesi.</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Arafat'ta Yankılanan Evrensel Çağrı</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Hicretin onuncu yılında Peygamber Efendimiz sallallahu aleyhi ve sellem, hayatının son hac ibadetini yerine getirmek üzere Mekke'ye geldi. Arafat'ta yüz bini aşkın Müslümana hitaben tarihi hutbesini okudu. Bu hutbe, insanlık tarihinin en önemli insan hakları bildirilerinden biri olarak kabul edilir.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Zilhicce ayının dokuzuncu günü, Arafat ovasında yüz bini aşkın Müslüman, Peygamber Efendimiz sallallahu aleyhi ve sellem'in sesine kulak vermek için toplanmıştı. Güneş tepede parlarken, Peygamber Efendimiz sallallahu aleyhi ve sellem devesinin üzerinde doğruldu ve insanlık tarihini değiştirecek sözlerini söylemeye başladı. Sesi vadide yankılanırken, etrafındaki sahabiler O'nun sözlerini daha uzaktakilere tekrarlıyorlardı.</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hutbesinde bütün insanların eşit olduğunu ilan etti. 'Ey insanlar! Rabbiniz birdir, babanız birdir. Hepiniz Âdem'densiniz, Âdem de topraktandır. Arabın Arap olmayana, Arap olmayanın Araba üstünlüğü yoktur. Üstünlük ancak takva iledir' buyurdu. Cahiliye döneminin bütün kötü adetlerini ayağının altına aldığını bildirdi.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kadınların haklarını korumayı, emanetlere riayet etmeyi, can ve mal dokunulmazlığını vurguladı. Hutbesinin sonunda 'Tebliğ ettim mi?' diye sordu ve topluluk 'Evet, tebliğ ettin!' diye haykırdı. O gün inen ayet-i kerime ile İslam dininin tamamlandığı müjdelendi.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Arabın Arap olmayana, Arap olmayanın Araba, beyazın siyaha, siyahın beyaza hiçbir üstünlüğü yoktur. Üstünlük ancak takva iledir.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 Vedâ Hutbesi</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Ey insanlar! Doğrusu Biz sizi bir erkek ve bir dişiden yarattık. Ve birbirinizle tanışmanız için sizi milletlere ve kabilelere ayırdık. Muhakkak ki Allah katında en değerliniz, en çok takva sahibi olanınızdır.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Hucurât Sûresi, 13. ayet-i kerime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Boyut</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Her insanın eşit ve değerli olduğunu içselleştirmek, kimseyi ırkı veya görünüşü nedeniyle küçümsememek.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Ayrımcılığa karşı durmak, farklı kültürlerden insanlarla saygılı ilişkiler kurmak.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Ahlâkî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Adaleti her koşulda savunmak, zayıfın ve mazlumun yanında olmak.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Evrensel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Vedâ Hutbesi'nin mesajlarının tüm insanlığı kapsadığını kavramak, insan hakları bilincini geliştirmek.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Sınıfta Ayrımcılık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Sınıfınıza yeni bir öğrenci geldi. Farklı bir şehirden ve farklı bir şive ile konuşuyor. Bazı arkadaşlarınız onun konuşma tarzıyla dalga geçiyor ve yanına oturmak istemiyor. Teneffüste yeni öğrenci tek başına oturuyor.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Yeni öğrencinin yanına gider, tanışır ve onu gr...</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Dalga geçenlere katılmam ama yeni öğrenciyle de...</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dalga geçiyor diye ben de katılırım, son...</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Spor Takımı Seçimi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Beden eğitimi dersinde takım kuruyorsunuz. Takım kaptanı olarak siz seçildiniz. Sınıfın en iyi sporcuları sizinle aynı takımda olmak istiyor ama engelli bir arkadaşınız da oynamak istiyor. Bazıları 'O oynarsa kaybederiz' diyor.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Engelli arkadaşımı takıma alır, herkesin oynama...</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 takıma alırım ama çok az süre veriri...</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Takımı kazanacak şekilde kurarım, engelli arkad...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Sosyal Medyada Nefret Söylemi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Sosyal medyada bir arkadaşınızın paylaştığı gönderide belirli bir millete karşı aşağılayıcı yorumlar yapılıyor. Gönderinin altında birçok kişi bu yorumlara katılıyor ve beğeniyor. Siz de bu gönderiyi görüyorsunuz.</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Vedâ Hutbesi'ndeki eşitlik mesajını hatırlatara...</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Gönderiyi görmezden gelir, sosyal medyada tartı...</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beğendiğine göre doğru olabilir diye düş...</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Mahallede Yeni Komşu</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Mahallenize farklı bir ülkeden göçmen bir aile taşındı. Çocukları Türkçeyi çok iyi konuşamıyor. Mahallenizdeki bazı çocuklar onlarla oynamak istemiyor ve 'Yabancılarla oynamayız' diyor. Göçmen ailenin çocukları üzgün görünüyor.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Göçmen ailenin çocuklarıyla tanışır, onları oyu...</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Onlarla tek başıma oynarım ama diğer arkadaşlar...</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Mahalleli arkadaşlarımla aramı bozmamak için be...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Vedâ Hutbesi hangi yıl ve nerede irad edilmiştir?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Hicretin 8. yılı, Medine'de</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Hicretin 10. yılı, Arafat'ta</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Hicretin 5. yılı, Mekke'de</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Hicretin 12. yılı, Taif'te</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'Hepiniz Âdem'densiniz, Âdem de topraktandır' sözü neyi vurgular?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İnsanların zayıf olduğunu</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Topraktan yaratılmanın önemini</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Bütün insanların aynı kökten geldiğini ve eşit olduğunu</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Tarım yapmanın önemini</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hutbesi sonunda topluluğa ne sormuştur?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'Anladınız mı?'</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'Tebliğ ettim mi?'</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'Kabul ettiniz mi?'</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'Hazır mısınız?'</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Ey insanlar! Doğrusu Biz sizi bir erkek ve bir dişiden yarattık. Ve birbirinizle tanışmanız için sizi milletlere ve kabilelere ayırdık. Muhakkak ki Allah katında en değerliniz, en çok takva sahibi olanınızdır.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Hucurât Sûresi, 13. ayet-i kerime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Vedâ Hutbesi'ndeki hangi mesaj seni en çok etkiledi? Neden?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Günümüzde insanlar arasında hâlâ hangi tür ayrımcılıklar yaşanıyor? Bunları önlemek için neler yapılabilir?</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Okulunda veya çevrende ayrımcılığa uğrayan birini gördüğünde nasıl tepki verirsin?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25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İnsan Hakları ve Eşitlik</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