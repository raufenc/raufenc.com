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Kardeşlik ve Paylaşma</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Ensâr ve Muhâcir kardeşliğinin gücü</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Ensâr-Muhâcir kardeşliğinin tarihî bağlamını açıklayabilirim.</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Paylaşma değerinin farklı boyutlarını keşfedebilirim.</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Karşılıksız iyilik yapmanın etkisini yorumlayabilirim.</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Günlük hayatımda paylaşma fırsatlarını belirleyebilirim.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Ensâr</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Medîne'de Muhâcirlere yardım eden ve onları bağrına basan Müslümanlar.</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Muhâcir</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İslâm için Mekke'den Medîne'ye göç eden Müslümanlar.</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Hicret</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Müslümanların Mekke'den Medîne'ye göçü.</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Kardeşlik</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Kan bağı olmaksızın iman bağıyla kurulan güçlü bağ.</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Paylaşma</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Sahip olduklarını başkalarıyla bölüşme erdemi.</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Fedakârlık</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Kendi ihtiyacından vazgeçerek başkasının ihtiyacını karşılama.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Sa'd ile Abdurrahman'ın Hikâyesi</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Peygamber Efendimiz sallallahu aleyhi ve sellem, Medîne-i Münevvere'de Muhâcirleri ve Ensâr'ı birbirlerine kardeş yaptılar. Her Medîneli arazisini, mallarını ikiye ayırarak yarısını Muhâcir kardeşine verdi.</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Medîne-i Münevvere'de Muhâcirleri ve Ensâr'ı birbirlerine kardeş yaptılar. Her Medîneli; arazisini, bağını, bahçesini, evini, mallarını... nesi varsa ikiye ayırıyor, yarısını Muhâcir kardeşine seve seve veriyordu. Bu eşsiz kardeşlik, İslâm tarihinin en güzel dayanışma örneğidir.</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Muhâcirlerden Abdurrahman bin Avf radıyallahu anh, Medîneli Sa'd bin Rebî radıyallahu anh ile kardeş yapıldı. Sa'd, 'Ey kardeşim! Ben Medîne'nin en zenginiyim, malımı ikiye ayırdım, yarısı senindir' dedi. Abdurrahman bin Avf radıyallahu anh ise bu cömert teklifi nazikçe reddederek 'Allahü teâlâ malını sana mübarek eylesin. Benim mala ihtiyacım yok, beni çarşınıza götür yeter' dedi.</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Abdurrahman bin Avf radıyallahu anh çarşıda ticarete başladı ve kısa sürede kendi geçimini sağladı. Bu kıssa, paylaşmanın sadece vermek değil, alırken de onurlu ve kanaatkâr olmak olduğunu gösterir. Ensâr'ın cömertliği ve Muhâcirlerin iffeti, İslâm kardeşliğinin iki güzel yüzüdür.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Allahü teâlâ malını sana mübarek ve hayırlı eylesin. Benim mala ihtiyacım yok. Yalnız beni çarşıya götürüver, kâfî.</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Abdurrahman bin Avf radıyallahu anh</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Kendileri ihtiyaç içinde olsalar bile başkalarını kendilerine tercih ederler.</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Haşr Sûresi, 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Mal Paylaşımı</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Sahip olduğun maddi varlıkları ihtiyaç sahipleriyle paylaşma.</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Zaman Paylaşımı</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Vaktini başkalarına ayırarak onlara destek olma.</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İlgi Paylaşımı</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Sevgini, şefkatini ve ilgini çevrenle paylaşma.</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Bilgi Paylaşımı</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Bildiklerini başkalarına öğreterek paylaşma.</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Kantindeki Arkadaş</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Öğle arasında kantinde sıra beklerken, arkadaşınızın cüzdanını evde unuttuğunu ve aç olduğunu fark ediyorsunuz. Sizin yeterli paranız var ama sadece kendinize yetecek kadar.</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Yemeğimi ikiye böler, yarısını arkadaşıma veririm.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ödünç para verir, rahatça yemesini sağlarım.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Herkes cüzdanını kontrol etmeli deyip geçerim.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Yeni Komşu</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Apartmanınıza yeni bir aile taşındı. Başka bir şehirden geliyorlar, hiç tanıdıkları yok ve eşyaları henüz tamamlanmamış. Anneniz size 'Bir hoş geldin ziyareti yapalım mı?' diye soruyor.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Annemle birlikte yemek hazırlayıp komşumuza götürürüm.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Evde kullanmadığımız eşyaları toplayıp yeni komşuya hediye ederim.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Tanımadığımız insanlara gitmenin gerekmediğini söylerim.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Kütüphanede Yardım</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Kütüphanede çalışırken yanınızdaki öğrencinin matematik problemleriyle boğuştuğunu görüyorsunuz. Siz matematikte iyisiniz ama kendi derslerinize de çalışmanız gerekiyor.</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Yarım saat ayırıp ona yardım ederim, sonra kendi dersime dönerim.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Problemi çözmesine ipucu verir, yönlendiririm.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Kendi işime bakarım, herkes kendi dersine çalışsın.</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Bayram Hediyesi</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Bayramda güzel bir hediye aldınız. Ancak komşunuzdaki arkadaşınızın ailesi bayramda hediye alacak durumda değil. Arkadaşınız sizin hediyenize imrenerek bakıyor.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Hediyemden bir parçasını veya oyuncağımı arkadaşımla paylaşırım.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Aileme durumu anlatır, arkadaşıma da küçük bir hediye almalarını isterim.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Hediyem benim, paylaşmak zorunda değilim.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Medîne'de kimleri birbirine kardeş yaptı?</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Mekkeli zenginlerle fakirleri</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Ensâr ile Muhâcirleri</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Medîneli kabileleri</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Erkeklerle kadınları</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Haşr Sûresi 9. ayette Ensâr'ın hangi özelliği övülmüştür?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Savaşçılıkları</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Zenginlikleri</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Kendileri muhtaç iken başkalarını tercih etmeleri</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Çok namaz kılmaları</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Aşağıdakilerden hangisi paylaşmanın bir boyutu değildir?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Mal paylaşımı</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Zaman paylaşımı</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Bilgi paylaşımı</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Cimrilik</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Kendileri ihtiyaç içinde olsalar bile başkalarını kendilerine tercih ederler.</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Haşr Sûresi, 9</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Sa'd bin Rebî'nin yerinde olsan, malının yarısını verebilir misin? Neden?</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Abdurrahman bin Avf'ın tavrını nasıl değerlendiriyorsun? Kendi ayakları üzerinde durmak neden önemli?</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Son bir hafta içinde kiminle neyi paylaştığını hatırlıyor musun?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14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Kardeşlik ve Paylaşma</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