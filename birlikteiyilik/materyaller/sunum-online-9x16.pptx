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5143500" cy="5486400"/>
          </a:xfrm>
          <a:prstGeom prst="rect">
            <a:avLst/>
          </a:prstGeom>
          <a:solidFill>
            <a:srgbClr val="C8102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0"/>
            <a:ext cx="3657600" cy="228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441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BİRLİKTE İYİLİK AKADEMİSİ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4411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 Eğitimi Serisi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44119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PAYLAŞMANIN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GÜCÜ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5394960"/>
            <a:ext cx="441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Ensâr ve Muhâcirler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www.birlikteiyilik.com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377190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508760"/>
            <a:ext cx="3497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Ensâr ve Muhâcirlerin hikâyesini öğrenir.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3497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Paylaşmanın farklı boyutlarını keşfeder.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434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389120"/>
            <a:ext cx="377190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434840"/>
            <a:ext cx="3497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 ve yardımlaşma değerlerini içselleştirir.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897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897880"/>
            <a:ext cx="3497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 paylaşma fırsatlarını fark eder.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Kavramlar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5720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371600"/>
            <a:ext cx="418338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44752"/>
            <a:ext cx="38633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Hicret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863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Mekke’den Medîne’ye göç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5720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514600"/>
            <a:ext cx="4183380" cy="868680"/>
          </a:xfrm>
          <a:prstGeom prst="roundRect">
            <a:avLst>
              <a:gd name="adj" fmla="val 6316"/>
            </a:avLst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87752"/>
            <a:ext cx="38633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Ensâr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863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Medîneli yardım eden Müslümanlar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3657600"/>
            <a:ext cx="418338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30752"/>
            <a:ext cx="38633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Muhâcirler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3863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Mekke’den göç eden Müslümanlar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45720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800600"/>
            <a:ext cx="4183380" cy="868680"/>
          </a:xfrm>
          <a:prstGeom prst="roundRect">
            <a:avLst>
              <a:gd name="adj" fmla="val 6316"/>
            </a:avLst>
          </a:pr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873752"/>
            <a:ext cx="38633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Kardeşlik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5212080"/>
            <a:ext cx="3863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Efendimiz sallallahu aleyhi ve sellem’in kurduğu bağ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943600"/>
            <a:ext cx="45720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5943600"/>
            <a:ext cx="418338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6016752"/>
            <a:ext cx="38633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6355080"/>
            <a:ext cx="3863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 olduğunu başkalarıyla bölüşme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7086600"/>
            <a:ext cx="45720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7086600"/>
            <a:ext cx="4183380" cy="868680"/>
          </a:xfrm>
          <a:prstGeom prst="roundRect">
            <a:avLst>
              <a:gd name="adj" fmla="val 6316"/>
            </a:avLst>
          </a:prstGeom>
          <a:solidFill>
            <a:srgbClr val="FAFAF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7159752"/>
            <a:ext cx="38633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Dayanışma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7498080"/>
            <a:ext cx="3863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güçlü olma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Hikâyenin Bağlamı: Hicret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4119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Muhâcirler: Mekke'den Medîne'ye göç eden Müslümanlar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40462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Efendimiz sallallahu aleyhi ve sellem'in emriyle Müslümanlar, Mekke'deki zulümden kurtulmak için evlerini, mallarını ve sevdiklerini bırakarak Medîne'ye hicret ettiler.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şeylerini geride bıraktılar...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6858000"/>
            <a:ext cx="3863340" cy="1097280"/>
          </a:xfrm>
          <a:prstGeom prst="roundRect">
            <a:avLst>
              <a:gd name="adj" fmla="val 6667"/>
            </a:avLst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6903720"/>
            <a:ext cx="3497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Ensâr: Medîneli yardım eden Müslümanlar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Kapılarını, sofralarını ve kalplerini açtılar.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Sa'd'ın Teklifi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411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Tarihte eşi görülmemiş bir paylaşma anı...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4864" cy="3200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" y="1828800"/>
            <a:ext cx="4357116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7719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kardeşim Abdurrahman! Ben, mal bakımından Medîneli Müslümanların en zenginiyim. Malımı ikiye ayırdım, yarısı senindir.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617720"/>
            <a:ext cx="37719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Sa'd bin Rebî (radıyallahü anh)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7772400"/>
            <a:ext cx="44119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Prof. Dr. Ramazan Ayvallı, Sevgili Peygamberim, s. 171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Abdurrahman'ın Cevabı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411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 kadar büyük bir karşılık...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4864" cy="3200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" y="1828800"/>
            <a:ext cx="4357116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7719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Allahü teâlâ malını sana mübarek ve hayırlı eylesin. Benim mala ihtiyacım yok. Yalnız beni, alışveriş yaptığınız çarşınıza bir götürüver, kâfî.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617720"/>
            <a:ext cx="37719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Abdurrahman bin Avf (radıyallahü anh)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669280"/>
            <a:ext cx="4046220" cy="2011680"/>
          </a:xfrm>
          <a:prstGeom prst="roundRect">
            <a:avLst>
              <a:gd name="adj" fmla="val 4545"/>
            </a:avLst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806440"/>
            <a:ext cx="34975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Sa'd VERMEK istedi.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Abdurrahman ÇALIŞMAK istedi.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 de paylaşmanın farklı yüzleri.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Paylaşmanın Dört Boyutu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Shape 6"/>
          <p:cNvSpPr/>
          <p:nvPr/>
        </p:nvSpPr>
        <p:spPr>
          <a:xfrm>
            <a:off x="512064" y="1371600"/>
            <a:ext cx="4174236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55448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508760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1965960"/>
            <a:ext cx="3314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 olduklarını paylaşmak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4864" cy="137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108960"/>
            <a:ext cx="4174236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29184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46120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703320"/>
            <a:ext cx="3314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Vaktini birlikte geçirmek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54864" cy="137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4846320"/>
            <a:ext cx="4174236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502920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83480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440680"/>
            <a:ext cx="3314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Dinlemek, anlamak, yanında olmak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583680"/>
            <a:ext cx="54864" cy="137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064" y="6583680"/>
            <a:ext cx="4174236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676656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6766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6720840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BİLGİ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7178040"/>
            <a:ext cx="3314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Bildiklerini öğretmek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Olsan Ne Yapardın?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229100" cy="2926080"/>
          </a:xfrm>
          <a:prstGeom prst="round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2291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Arkadaş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103120"/>
            <a:ext cx="37719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Okulunuza yeni bir öğrenci geldi. Kimseyi tanımıyor, yalnız ve çekingen. Teneffüste tek başına oturuyor. Sen olsan ne yapardın?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4229100" cy="2926080"/>
          </a:xfrm>
          <a:prstGeom prst="round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663440"/>
            <a:ext cx="42291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89204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846320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 Günler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5394960"/>
            <a:ext cx="37719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Arkadaşının babası işini kaybetmiş. Arkadaşın kantinden bir şey alamıyor, üzgün görünüyor. Sen olsan ne yapardın?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Olsan Ne Yapardın?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229100" cy="2926080"/>
          </a:xfrm>
          <a:prstGeom prst="round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2291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 Yardımı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103120"/>
            <a:ext cx="37719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Yaşlı komşunuz, marketten ağır poşetlerle geliyor. Merdivenleri zor çıkıyor. Siz de arkadaşlarınızla oynuyorsunuz. Sen olsan ne yapardın?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4229100" cy="2926080"/>
          </a:xfrm>
          <a:prstGeom prst="round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663440"/>
            <a:ext cx="42291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89204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846320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Depremzede Aile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5394960"/>
            <a:ext cx="37719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Mahallenize depremden etkilenen bir aile taşındı. Hiçbir şeyleri yok. Sizin evinizde fazla eşyalar var. Sen olsan ne yapardın?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5143500" cy="4572000"/>
          </a:xfrm>
          <a:prstGeom prst="rect">
            <a:avLst/>
          </a:prstGeom>
          <a:solidFill>
            <a:srgbClr val="C810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44119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DÜŞÜNME ZAMANI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543050" y="2103120"/>
            <a:ext cx="2057400" cy="228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7889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35890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Sa'd bin Rebî, Abdurrahman'a ne teklif etti?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35890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Abdurrahman bin Avf neden yarı malı almadı?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532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486400"/>
            <a:ext cx="35890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Paylaşmanın dört boyutu nelerdir?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69037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6903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6858000"/>
            <a:ext cx="35890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bir Ensâr olsan ne yapardın?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5143500" cy="5486400"/>
          </a:xfrm>
          <a:prstGeom prst="rect">
            <a:avLst/>
          </a:prstGeom>
          <a:solidFill>
            <a:srgbClr val="C8102E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44119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Mü'minler ancak</a:t>
            </a:r>
            <a:endParaRPr lang="en-US" sz="30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kardeştirler.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0"/>
            <a:ext cx="441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Hucurât Sûresi, 10. Âyet-i Kerîme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Kur'ân-ı Kerîm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Yansıtma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229100" cy="1920240"/>
          </a:xfrm>
          <a:prstGeom prst="roundRect">
            <a:avLst>
              <a:gd name="adj" fmla="val 4762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1920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6804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Sizden...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36804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Evinizde bir iyilik yapın ve bunu kaydedin.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Detaylar kitapçığınızda!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4229100" cy="1920240"/>
          </a:xfrm>
          <a:prstGeom prst="roundRect">
            <a:avLst>
              <a:gd name="adj" fmla="val 4762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94760"/>
            <a:ext cx="36804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Ders Kartı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36804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öğrendiklerinizi ailenizle paylaşın.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ders kartınızı birlikte okuyun!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943600"/>
            <a:ext cx="4229100" cy="1920240"/>
          </a:xfrm>
          <a:prstGeom prst="roundRect">
            <a:avLst>
              <a:gd name="adj" fmla="val 4762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943600"/>
            <a:ext cx="54864" cy="1920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6080760"/>
            <a:ext cx="36804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Düşünün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6537960"/>
            <a:ext cx="36804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Hayatımda en çok kimin paylaşmasından etkilendim?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bugün kime Ensâr olabilirim?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5143500" cy="5486400"/>
          </a:xfrm>
          <a:prstGeom prst="rect">
            <a:avLst/>
          </a:prstGeom>
          <a:solidFill>
            <a:srgbClr val="C8102E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4411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Hadîs-i Şerîf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44119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Mü'minin mü'mine</a:t>
            </a:r>
            <a:endParaRPr lang="en-US" sz="22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bağlılığı, taşları birbirine</a:t>
            </a:r>
            <a:endParaRPr lang="en-US" sz="22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kenetlenmiş bina gibidir.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303520"/>
            <a:ext cx="4411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(Buhârî)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43050" y="6217920"/>
            <a:ext cx="2057400" cy="228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675120"/>
            <a:ext cx="44119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Haftaya görüşmek üzere,</a:t>
            </a:r>
            <a:endParaRPr lang="en-US" sz="15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iyilikle kalın!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0" y="8823960"/>
            <a:ext cx="5143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www.birlikteiyilik.com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Paylaşmanın Gücü: Ensâr ve Muhâcirler</dc:title>
  <dc:subject>PptxGenJS Presentation</dc:subject>
  <dc:creator>Birlikte İyilik Akademisi</dc:creator>
  <cp:lastModifiedBy>Birlikte İyilik Akademisi</cp:lastModifiedBy>
  <cp:revision>1</cp:revision>
  <dcterms:created xsi:type="dcterms:W3CDTF">2026-03-20T19:15:28Z</dcterms:created>
  <dcterms:modified xsi:type="dcterms:W3CDTF">2026-03-20T19:15:28Z</dcterms:modified>
</cp:coreProperties>
</file>