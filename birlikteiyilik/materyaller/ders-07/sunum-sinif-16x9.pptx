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Sabır ve Metanet</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İlk Müslümanlara yapılan eziyetler, Hz. Bilal radıyallahu anh'ın sabrı ve Taif yolculuğu</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İlk Müslümanların maruz kaldığı eziyetleri ve gösterdikleri sabrı öğrenir.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Sabır kavramının farklı boyutlarını (acıya, haksızlığa, zorluğa sabır)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Hz. Bilal radıyallahu anh'ın imanındaki kararlılığı takdir eder.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Kendi hayatında sabrın önemini ve uygulanış biçimlerini keşfeder.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Sabır</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Zorluklar, sıkıntılar ve imtihanlar karşısında metanetini korumak, isyan etmeden Allahu Teâlâ'ya güvenmektir.</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Metanet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 zamanlarda yılmadan, sarsılmadan ayakta kalmak ve doğru yoldan ayrılmamaktır.</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Şehit</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 yolunda canını veren Müslümandır; Hz. Sümeyye radıyallahu anha İslâm'ın ilk kadın şehididir.</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İşkence</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insana acı çektirmek, eziyet etmek; İslâm'da kesinlikle yasak ve büyük günahtır.</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Ehad</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 birdir anlamına gelen kelime; Hz. Bilal radıyallahu anh'ın işkence altında söylediği sözdür.</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Azat Etmek</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Köleyi serbest bırakmak; Hz. Ebû Bekir radıyallahu anh birçok Müslüman köleyi satın alıp azat etmiştir.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Ehad, Ehad! — Hz. Bilal'in Sabrı</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İslâm'ın ilk yıllarında Müslümanlar büyük eziyetlere maruz kaldılar. Özellikle köle olan Müslümanlar, efendileri tarafından ağır işkencelere uğratıldı. Hz. Bilal radıyallahu anh, bu dönemin en büyük sabır kahramanlarından biriydi.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Bilal radıyallahu anh, Habeşistanlı bir köleydi ve İslâm'ın ilk günlerinde Müslüman olmuştu. Efendisi Ümeyye bin Halef, onun Müslüman olmasına çok öfkelendi. Her gün öğle sıcağında onu kızgın çöl kumlarına yatırır, göğsüne kocaman kayalar koyar ve 'İslâm'dan dön!' diye baskı yapardı. Ama Hz. Bilal radıyallahu anh, her darbe ve işkencede sadece 'Ehad, Ehad!' (Allah birdir, Allah birdir!) diyordu.</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Sadece Hz. Bilal radıyallahu anh değil, Yâsir ailesi de büyük işkencelere maruz kaldı. Hz. Yâsir radıyallahu anh ve eşi Hz. Sümeyye radıyallahu anha, İslâm'ın ilk şehitleri oldular. Peygamber Efendimiz sallallahu aleyhi ve sellem, onların yanından geçerken 'Sabredin ey Yâsir ailesi! Sizin yeriniz Cennettir' buyurdu. Taif yolculuğunda ise Peygamber Efendimiz sallallahu aleyhi ve sellem bizzat taşlandı, yaralandı ama yine de Taif halkına beddua etmedi.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Bütün bu eziyetlere rağmen Müslümanlar imanlarından vazgeçmediler. Hz. Ebû Bekir radıyallahu anh, mal varlığını harcayarak Hz. Bilal radıyallahu anh gibi köle Müslümanları satın alıp özgürlüklerine kavuşturdu. Sabır, bu dönemde Müslümanların en büyük silahıydı. Allahu Teâlâ, sabredenlerin yanındaydı ve sonunda bu sabır, İslâm'ın zaferle sonuçlanmasına vesile oldu.</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Sabredin ey Yâsir ailesi! Sizin yeriniz Cennettir.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Ey îmân edenler! Sabır ve namazla yardım isteyin. Şüphesiz Allah sabredenlerle beraberdir.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Bakara Sûresi, 153. Âyet-i Kerîme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Acıya Sabır</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Fiziksel ve duygusal acılara karşı dayanıklı olmak, şikâyet etmeden güçlü kalmak.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Haksızlığa Sabır</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Haksızlığa uğradığında doğruluktan ayrılmamak, meşru yollarla hakkını aramak.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Hedefte Sabır</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Bir hedefe ulaşmak için uzun süre çalışmak, hemen sonuç almayı beklememek.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İmtihanda Sabır</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Hayatın zorluklarını bir imtihan olarak görmek ve Allahu Teâlâ'ya güvenmek.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Uzun Vadeli Hedef</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müzik aleti çalmayı öğrenmeye başladın ama ilk haftalar çok zor geçiyor. Parmaklarin ağrıyor, hiçbir melodiyi düzgün çalamıyorsun. Arkadaşların 'Bırak, sana göre değil' diyor. Ama sen bu aleti çalmayı çok istiyorsun.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Sabırla pratik yapmaya devam eder, her gün bira...</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Öğretmenimden ek yardım ister, daha sistematik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Arkadaşlarımın dediğini yapar, bırakırım.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Kardeşle Anlaşmazlık</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Küçük kardeşin sürekli senin eşyalarını izinsiz alıyor ve bozuyor. Bugün de en sevdiğin kalemini kırmış. Çok sinirlendin ve bağırmak istiyorsun. Ama annen 'O daha küçük, sabret' diyor.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Derin nefes alır, sakinleşir ve kardeşime izins...</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Anneme durumu sakin bir şekilde anlatır, çözüm ...</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Kardeşime bağırır, onun da bir eşyasını alırım.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Alay Edilmek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namaz kılıyorsun veya oruç tutuyorsun. Bazı arkadaşların seninle dalga geçiyor, 'Bu devirde bunlar mı kaldı?' diyorlar. Bu durum seni üzüyor ama inancından vazgeçmek istemiyorsun.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Sakin bir şekilde 'Bu benim inancım ve kararım'...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güler yüzle İslâm'ın güzellikleri...</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İbadetlerimi gizlice yapar, kimseye göstermemey...</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Sporda Yenilgi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Basketbol turnuvasının finalinde takımın son saniyede mağlup oldu. Çok üzgünsün, ağlamak istiyorsun. Karşı takım sevinç çığlıkları atıyor. Bazı takım arkadaşların birbirini suçlamaya başladı.</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Üzüntümü kabul eder ama rakip takımı tebrik ede...</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 arkadaşlarımı sakinleştirir, hatalarımızı...</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Öfkeyle sahadan çıkar, kimseyle konuşmam.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Hz. Bilal radıyallahu anh, işkence altında ne diyordu?</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Yardım edin!</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Ehad, Ehad!</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Bırakın beni!</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Dayanamıyorum!</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Yâsir ailesine ne buyurmuştur?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Hicret edin</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Sabredin, yeriniz Cennettir</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Savaşın</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Kaçın</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Sabır ne demektir?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Hiçbir şey yapmadan beklemek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Zorluklar karşısında metanetini korumak ve doğru yolda kalmak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Her şeye razı olmak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Sessiz kalmak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Ey îmân edenler! Sabır ve namazla yardım isteyin. Şüphesiz Allah sabredenlerle beraberdir.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Bakara Sûresi, 153. Âyet-i Kerîme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Hayatımda en çok sabır göstermem gereken durum neydi? Nasıl başa çıktım?</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Hz. Bilal radıyallahu anh'ın sabrından ne öğrenebilirim?</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Sabırsızlık gösterdiğim bir olayı hatırlıyorum. Sabretseydim sonuç nasıl olurdu?</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07</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Sabır ve Metanet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