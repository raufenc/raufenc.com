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İnanç Temelleri</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Âmentü'nün Altı Temel Esası</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Âmentü'nün altı şartını sayar ve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İmanın kalpleri nasıl değiştirebileceğini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İnanç temellerinin hayattaki önemini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İman esaslarının birbiriyle bağlantısını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İman</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bildirdiği her şeye kalben inanıp dil ile tasdik etmek.</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Âmentü</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İmanın altı temel esasını özetleyen ifade.</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Tevhid</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bir olduğuna, ortağı olmadığına inanmak.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Kader</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Hayır ve şer her şeyin Allah'ın takdiriyle olduğuna inanmak.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Ahiret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Ölümden sonraki sonsuz hayata inanmak.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Kelime-i Şehâdet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Allah'tan başka ilâh olmadığına ve Hz. Muhammed sallallahu aleyhi ve sellemin O'nun kulu ve elçisi olduğuna şâhitlik etmek.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Hz. Ömer'in Kalbi Değişiyor</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Hz. Ömer radıyallahu anh, İslâm'dan önce Müslümanlara en çok düşmanlık eden kişilerden biriydi. Bir gün Peygamber Efendimiz sallallahu aleyhi ve sellemi öldürmeye karar verdi. Ancak Allah'ın takdiri bambaşkaydı.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Ömer radıyallahu anh kılıcını kuşanıp Peygamber Efendimiz sallallahu aleyhi ve sellemi aramaya çıktı. Yolda birisi ona 'Önce kendi ailene bak, kız kardeşin ve eniştен Müslüman oldu' dedi. Hz. Ömer radıyallahu anh öfkeyle kız kardeşinin evine yöneldi. Kapıya yaklaştığında içeriden Kur'an-ı Kerim okunduğunu duydu.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Kapıyı kırarcasına açıp içeri girdi. Eniştesine ve kız kardeşine saldırdı. Kız kardeşi Fâtıma'nın yüzü kanamaya başladı. Ama Fâtıma korkmadı: 'Ne yaparsan yap, biz imanımızdan dönmeyiz!' dedi. Bu cesaret ve kararlılık Hz. Ömer radıyallahu anh'ı durdurdu. Sakinleşti ve 'Okuduğunuz neydi, gösterin bana' dedi.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Tâhâ Sûresi'nin âyetlerini okuduğunda gözleri doldu, kalbi yumuşadı. 'Beni Muhammed'e götürün' dedi. Peygamber Efendimiz sallallahu aleyhi ve sellemin huzuruna varıp kelime-i şehâdet getirdi. O gün İslâm'ın en büyük düşmanlarından biri, en sadık savunucularından biri oldu. İman kalpleri tamamen değiştirebilirdi.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Ne yaparsan yap, biz imanımızdan dönmeyiz!</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Fâtıma bint Hattâb radıyallahu anhâ</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İman, Allah'a, meleklerine, kitaplarına, peygamberlerine, ahiret gününe, kadere -hayrına ve şerrine- inanmaktır.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Hadis-i Şerif (Cibril Hadisi, Müslim)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İman esaslarını öğrenerek kişisel inanç temelini güçlendirmek.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İmanın kalpteki etkisini hissetmek ve derinleştirmek.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Entelektüel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İman esaslarını anlayarak bilinçli bir Müslüman olmak.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Tarihî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İmanın insanları nasıl dönüştürdüğünü tarihî örneklerle görmek.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İnanç Soruları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bir arkadaşın 'Allah'ı göremiyoruz, nasıl inanıyorsunuz?' diye soruyor. Diğer arkadaşların da merakla seni dinliyor.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Cevap vermekten kaçınırım, bu konuları konuşmak istemem.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 ve düşünceli bir şekilde, rüzgârı görmeyip etkisini hissettiğimiz gibi ...</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kızar ve 'Böyle şeyler sorma' 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Kader ve Sınav</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Çok çalıştığın hâlde sınavdan düşük not aldın. Arkadaşın 'Kader deyip geç' diyor ama sen çok üzgünsün.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Kadere inanır ve bir daha çalışmam.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Kadere inanmakla birlikte eksiklerimi tespit eder, daha çok çalışırım.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Kadere kızar ve haksızlık olduğunu düşünürüm.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Farklı İnançlar</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Sınıfında farklı inançlara sahip arkadaşların var. Bir grup tartışmasında herkes kendi inancını anlatıyor. Sıra sana geliyor.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İnancımı saygılı ve bilgili bir şekilde anlatırım, başkalarının inancına sayg...</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Konuşmam, dikkat çekmek istemem.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kendi inancımın doğru olduğunu söyler, diğerlerini eleştiririm.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Ahiret İnancı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arkadaşın 'Bu dünyada iyi yaşamak yeter, ahiret var mı yok mu belli değil' diyor. Ne düşünürsün?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 olabilir, sadece bu dünyayı düşünmeliyiz.</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Ahirete inanmanın hem bu dünyada hem de sonrasında güzel yaşamamıza yardımcı ...</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kızar ve onunla konuşmayı keserim.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İmanın şartları kaç tanedir?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4</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5</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6</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7</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Tevhid ne demektir?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Birden fazla ilâh olduğuna inanmak</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Allah'ın bir olduğuna inanmak</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Meleklere inanmak</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Peygamberlere inanmak</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Kadere iman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Her şeyin tesadüf olduğuna inanmak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Hayır ve şer her şeyin Allah'ın takdiriyle olduğuna inanmak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Hiçbir şey yapmamak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iyi şeylerin Allah'tan geldiğine inanmak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İman, Allah'a, meleklerine, kitaplarına, peygamberlerine, ahiret gününe, kadere -hayrına ve şerrine- inanmaktır.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Hadis-i Şerif (Cibril Hadisi, Müslim)</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İman sana günlük hayatında ne katıyor?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Hz. Ömer radıyallahu anh'ın dönüşümünden ne anlıyorsun?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İmanın altı şartından hangisi sana en anlamlı geliyor ve neden?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İnanç Temelleri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