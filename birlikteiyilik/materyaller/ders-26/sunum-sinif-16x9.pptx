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Vefa ve Miras</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Son Günler, Son Vasiyetler ve Ebedî Miras</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son günlerini ve vasiyetlerini açıklar.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Hz. Ebu Bekir radıyallahu anh'ın liderlik ve metanet örneğini değerlendirir.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Vefa kavramını hayatında uygulama yollarını keşfeder.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bıraktığı manevî mirasın önemini kavrar.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Vefa</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Sevdiklerimize, değerlerimize ve verdiğimiz sözlere sadık kalmak; iyiliği unutmamak ve karşılığını vermek.</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Vasiyet</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kişinin vefatından önce yakınlarına ve topluma bıraktığı son öğütler ve talimatlar.</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Metanet</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Zor zamanlarda sarsılmamak, soğukkanlılığını korumak ve doğru kararlar alabilmek.</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Miras</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kişinin arkasında bıraktığı maddî ve manevî değerler; Peygamber Efendimiz sallallahu aleyhi ve sellem'in mirası ilim ve ahlâktır.</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Refik-i A'lâ</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En yüce dost anlamına gelen bu tabir, Peygamber Efendimiz sallallahu aleyhi ve sellem'in vefatında Allah'ın katını tercih etmesini ifade eder.</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Sadakat</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İnandığı değerlere, sevdiklerine ve verdiği sözlere bağlı kalmak; güvenilir olmak.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Ebedî Ayrılık ve Sarsılmaz İman</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Hicretin on birinci yılında, Vedâ Haccı'ndan birkaç ay sonra Peygamber Efendimiz sallallahu aleyhi ve sellem hastalandı. Son günlerinde bile ümmetine nasihat etmeye devam etti. O'nun vefatı, sahabileri derinden sarstı; ancak Hz. Ebu Bekir radıyallahu anh'ın tarihi konuşması Müslümanları topladı.</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sellem'in hastalığı ağırlaşmış, artık mescide çıkamaz olmuştu. Hz. Aişe radıyallahu anha validemizin odasında yatıyordu. Son günlerinde bile ümmeti için endişelenmeye devam ediyor, 'Namaza, namaza dikkat edin! Emriniz altındakilere iyi davranın!' diye vasiyet ediyordu. Bu sözler, O'nun son nefesine kadar ümmetini düşündüğünün en açık göstergesiydi.</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Hicretin on birinci yılı, Rebiülevvel ayının on ikinci Pazartesi günü, Peygamber Efendimiz sallallahu aleyhi ve sellem Refik-i A'lâ'ya kavuştu. Medine bir anda karanlığa büründü. Sahabiler şaşkınlık ve hüzün içindeydiler. Hz. Ömer radıyallahu anh kılıcını çekerek 'Kim O öldü derse başını uçururum!' diyordu. Acı, sahabilerin gözlerini kör etmişti.</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O zor anda Hz. Ebu Bekir radıyallahu anh geldi ve Peygamber Efendimiz sallallahu aleyhi ve sellem'in yanına girip mübarek yüzünü öptü. Sonra dışarı çıkıp insanlara seslendi: 'Kim Muhammed'e tapıyorsa bilsin ki O vefat etmiştir. Kim Allah'a ibadet ediyorsa bilsin ki Allah Hayy'dır, asla ölmez!' Bu sözlerle sahabiler kendilerine geldi ve İslam'ın mesajının ebedî olduğunu hatırladı.</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Kim Muhammed'e tapıyorsa bilsin ki O vefat etmiştir. Kim Allah'a ibadet ediyorsa bilsin ki Allah Hayy'dır, asla ölmez!</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Hz. Ebu Bekir radıyallahu anh</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Muhammed ancak bir peygamberdir. Ondan önce de peygamberler gelip geçmiştir. Şimdi O ölür veya öldürülürse, gerisin geriye mi döneceksiniz?</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Âl-i İmrân Sûresi, 144. ayet-i kerime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Boyut</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Değer verdiğimiz kişilere ve ilkelere vefakâr olmak, onların öğretilerini yaşatmak.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Boyut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Zor zamanlarda toplumu bir arada tutan liderlik ve metanet örneği sergilemek.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Ahlâkî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sellem'in vasiyetlerine sadık kalarak ahlâkî mirasını sürdürmek.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Manevî Boyut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Hayatın geçiciliğini kavramak ve kalıcı değerler bırakmanın önemini anlamak.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Öğretmenin Emekliliği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İlkokuldaki en sevdiğin öğretmenin emekli oldu. Yıllarca sana emeği geçti, seni yetiştirdi. Arkadaşların çoğu öğretmeni çoktan unuttu. Öğretmenler Günü yaklaşıyor.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Öğretmenimi ziyaret eder, ona bir teşekkür mekt...</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Sosyal medyadan kısa bir mesaj atarım, yeterlidir.</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Artık benim öğretmenim değil, yeni öğretmenleri...</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Dedenin Vasiyeti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Deden vefat etmeden önce sana 'Her gün mutlaka kitap oku ve namazını kılmayı ihmal etme' demişti. Dedenin vefatından sonra arkadaşların seni sürekli oyun oynamaya çağırıyor ve kitap okumaya vakit kalmıyor.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Dedemin vasiyetine sadık kalır, her gün en az y...</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Bazen okurum bazen oynamaya giderim, çok da tak...</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Artık dedem yok, istediğimi yaparım.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Zor Anda Liderlik</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 gezisinde otobüs yolda arızalandı. Herkes panik içinde, bazı arkadaşların ağlamaya başladı. Öğretmen yardım çağırmak için uzaklaştı. Sınıf başkanı olarak herkes sana bakıyor.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Hz. Ebu Bekir radıyallahu anh gibi sakin kalır,...</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paniğe kapılırım ama belli etmemeye çalı...</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Durumu ciddiye almam, telefonumla oynarım.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Unutulan Dost</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En yakın arkadaşın geçen yıl başka bir şehre taşındı. İlk aylarda her gün konuşuyordunuz ama şimdi neredeyse hiç aramıyorsun. Bir gün onun doğum günü olduğunu hatırlıyorsun.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Hemen arar, doğum gününü kutlar ve eskisi gibi ...</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Mesaj atarım ama düzenli görüşme sözü vermem, ç...</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Artık uzakta, yeni arkadaşlarım var, aramam.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hangi tarihte vefat etmiştir?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Hicretin 10. yılı, Zilhicce ayı</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Hicretin 11. yılı, Rebiülevvel ayı</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Hicretin 9. yılı, Ramazan ayı</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Hicretin 13. yılı, Şevval ayı</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Hz. Ebu Bekir radıyallahu anh'ın tarihi konuşmasının ana mesajı nedir?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Peygamber Efendimiz sallallahu aleyhi ve sellem ölmemiştir</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Müslümanlar savaşmalıdır</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Allah Hayy'dır, asla ölmez; ibadet Allah'adır</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Medine'den göç edilmelidir</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sellem'in vefat ettiği gün hangisidir?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Cuma</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Pazartesi</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Perşembe</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Çarşamba</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Muhammed ancak bir peygamberdir. Ondan önce de peygamberler gelip geçmiştir. Şimdi O ölür veya öldürülürse, gerisin geriye mi döneceksiniz?</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Âl-i İmrân Sûresi, 144. ayet-i kerime</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son vasiyetleri sana ne anlatıyor?</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Hayatında vefa göstermen gereken ama ihmal ettiğin biri var mı? Ne yapabilirsin?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Hz. Ebu Bekir radıyallahu anh'ın metaneti seni nasıl etkiliyor? Zor anlarda sen nasıl tepki verirsin?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26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Vefa ve Miras</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