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Cesaret ve İman</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İman gücüyle zorluklara karşı cesaretle durmak</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Bedr Gazvesi'nin tarihî arka planını ve önemini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Hz. Mikdad radıyallahu anh'ın konuşmasındaki cesaret ve iman bağını yorumlayabilirim.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İstişare kavramını tanımlayabilir, önemini açıklayabilirim.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Günlük hayatta cesaretle doğruyu savunmanın önemini kavrayabilirim.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Gazve</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bizzat katıldığı askerî harekât.</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Cesaret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Doğru bildiğini savunma ve korkmadan harekete geçme gücü.</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İstişare</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Karar vermeden önce ehil kişilere danışma ve fikir alma.</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Bedr</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Medîne yakınında Müslümanların ilk büyük zaferini kazandığı yer.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İman Gücü</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Allah'a olan inancın kişiye verdiği cesaret ve kararlılık.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Zafer</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Hak uğruna yapılan mücadelenin başarıyla sonuçlanması.</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Bedr'de 313 Yiğit</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ikinci yılında Mekke müşrikleri bin kişilik bir orduyla Medîne üzerine yürüdü. Müslümanlar ise sadece 313 kişiydi, silahları ve teçhizatları yetersizdi. Ancak imanları tamdı.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Bedr'e doğru yola çıkmadan önce sahâbîleriyle istişare etti. Durumu açıkça anlattı: karşılarında bin kişilik, iyi silahlanmış bir ordu vardı. Müslümanlar ise ancak 313 kişiydi. Bu kritik anda Hz. Mikdad bin Esved radıyallahu anh ayağa kalkarak tarihe geçen bir konuşma yaptı: 'Yâ Resûlallah! Biz sana, İsrailoğullarının Musa aleyhisselam'a dediği gibi "Sen ve Rabbin gidin savaşın, biz burada oturacağız" demeyiz. Sen nereye gidersen biz de seninle gideriz!'</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Bu sözler Peygamber Efendimiz sallallahu aleyhi ve sellem'i çok sevindirdi. Ensâr'dan Sa'd bin Muaz radıyallahu anh da 'Yâ Resûlallah! Biz sana iman ettik, seni tasdik ettik. Şu denizi geçmemizi emretsen dalardık!' dedi. Allahü teâlâ melekleriyle Müslümanlara yardım etti. 313 kişilik İslâm ordusu, bin kişilik müşrik ordusunu Bedr'de bozguna uğrattı.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Bedr Zaferi, sayısal üstünlüğün değil iman gücünün zafer getirdiğinin en büyük kanıtıdır. Hz. Mikdad'ın cesareti, Sa'd bin Muaz'ın sadakati ve 313 mücahidin imanı, tarih boyunca cesaretin kaynağının iman olduğunu gösteren eşsiz bir örnektir.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Yâ Resûlallah! Biz sana, İsrailoğullarının Musa aleyhisselam'a dediği gibi 'Sen ve Rabbin gidin savaşın' demeyiz. Sen nereye gidersen biz de seninle gideriz!</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Mikdad bin Esved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Andolsun ki siz son derece güçsüz iken Allah size Bedr'de yardım etmişti. O hâlde Allah'a karşı gelmekten sakının ki şükretmiş olasınız.</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Âl-i İmrân Sûresi, 123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Fiziksel Cesaret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Tehlike karşısında korkmadan harekete geçme.</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Cesaret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Yanlışa karşı doğruyu savunma, haksızlığa ses çıkarma.</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İmanî Cesaret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Allah'a güvenerek zorluklara göğüs germe.</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Fikrî Cesaret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Doğru bildiğini çekinmeden ifade etme.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Kopya Çekme Baskısı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Sınavda yanınızdaki arkadaşınız size kopya vermek istiyor. 'Hepimiz yapıyoruz, ayıp olmasın' diyor. Öğretmen dikkat etmiyor gibi görünüyor.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Kibarca reddeder, kendi bildiğimi yazarım.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kopya çekmenin yanlış olduğunu hatırlatırım.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Kopya alırım, herkes yapıyorsa sorun yoktur.</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Zorbalığa Karşı Durmak</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bir grup öğrenci, küçük sınıftaki bir çocuğun harçlığını alıyor. Bu durumu gördünüz. Siz de o grubun hedefi olabilirsiniz ama durum çok yanlış.</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bir öğretmene haber veririm.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Cesaretle yanlarına gidip bunun yanlış olduğunu söylerim.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başıma iş almak istemem.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Yarışmada Heyecan</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bilgi yarışmasında finaldeysiniz. Karşı takım çok güçlü ve sizi favori gören yok. Takımınızdaki bazı arkadaşlar 'Zaten kaybedeceğiz' deyip motivasyonlarını kaybettiler.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Takımıma moral veririm: 'Sonuna kadar en iyimizi yapalım, sonucu Allah'a bıra...</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Hz. Mikdad'ın sözünü hatırlatır, cesaretlendiririm.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pes ederim, nasılsa kazanamayacağız.</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Doğruyu Söylemek</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Sınıfta bir olay oldu ve öğretmen sorumluyu arıyor. Gerçeği biliyorsunuz ama sorumlu kişi sınıfın en popüler öğrencisi. Doğruyu söylerseniz sınıftan dışlanabilirsiniz.</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Doğruyu söylerim, dışlansam bile vicdanım rahat olur.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Öğretmenle özel konuşup durumu anlatırım.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Susar, kimseyi ihbar etmem.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Bedr Gazvesi'nde Müslümanlar kaç kişiydi?</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100</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313</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500</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1000</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Hz. Mikdad radıyallahu anh ne diyerek Peygamber Efendimiz'i cesaretlendirdi?</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Daha fazla asker bulalım</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Geri dönelim</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Sen nereye gidersen biz de seninle gideriz</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Başka zaman savaşalım</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Âl-i İmrân Sûresi 123. ayette ne hatırlatılmaktadır?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Uhud Savaşı</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Hicret</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Allah'ın Bedr'de Müslümanlara yardım ettiği</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Mekke'nin fethi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Andolsun ki siz son derece güçsüz iken Allah size Bedr'de yardım etmişti. O hâlde Allah'a karşı gelmekten sakının ki şükretmiş olasınız.</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Âl-i İmrân Sûresi, 123</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Bedr'deki 313 sahâbînin yerinde olsaydın ne hissederdin?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Hz. Mikdad'ın cesareti seni nasıl etkiliyor? Günlük hayatında benzer bir cesaret gösterebildiğin bir an var mı?</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Cesaret ile atılganlık arasındaki farkı nasıl açıklarsın?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Cesaret ve İman</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