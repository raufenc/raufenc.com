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Aile Değerleri</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Peygamber Ailesinin Sevgi Dolu Dünyası</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aile hayatını tanır.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Ehl-i Beyt kavramını ve önemini öğrenir.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Aile içi sevgi ve saygının önemini kavrar.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Büyüklere saygı ve küçüklere merhamet ilkesini benimser.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Ehl-i Beyt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aile fertleri.</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Merhamet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Başkalarının acısını hissetmek ve onlara şefkatle yaklaşmak.</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Saygı</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Büyüklerin değerini bilmek ve ona uygun davranmak.</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Aile Bağı</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Aile fertleri arasındaki sevgi, güven ve dayanışma.</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Şefkat</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Sevgi ve ilgiyle başkalarına yaklaşmak, korumak.</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Vefa</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Sevdiklerine bağlılık göstermek ve onları unutmamak.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Sırtındaki Torunlar</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torunları Hz. Hasan ve Hz. Hüseyin'i çok severdi. Onlarla oynamaktan, onları kucaklamaktan büyük mutluluk duyardı. Hz. Fatıma validemiz de babasının en sevdiği evladıydı.</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bir gün mescitte ashâbına hutbe okuyordu. O sırada küçük torunları Hz. Hasan ve Hz. Hüseyin koşarak mescide girdiler. Ayakları dolaşıp düşecek gibi oldular. Peygamber Efendimiz sallallahu aleyhi ve sellem hemen hutbeyi bırakıp minberden indi ve torunlarını kucağına aldı.</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sık sık torunlarını sırtına bindirir, onlarla oynar ve 'Bunlar benim çiçeklerimdir' buyururdu. Ashâb-ı kirâm bazen şaşırırdı; o kadar büyük bir lider, o kadar ağır sorumluluklar taşıyan bir insan nasıl olur da çocuklarla bu kadar ilgilenirdi? Peygamber Efendimiz sallallahu aleyhi ve sellem 'Küçüklerimize merhamet etmeyen bizden değildir' buyurarak cevap verirdi.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Fatıma validemiz babası Peygamber Efendimiz sallallahu aleyhi ve sellemi ziyarete geldiğinde, O ayağa kalkar, onu öper ve kendi yerine oturturdu. Bu davranış, bir babanın evladına gösterebileceği en güzel sevgi ve saygı örneğiydi.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Bunlar benim çiçeklerimdir.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 (torunları için)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Küçüklerimize merhamet etmeyen, büyüklerimize saygı göstermeyen bizden değildir.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Hadis-i Şerif (Tirmizî)</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Gelişim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Aile bireylerinin değerini fark etmek ve onlara karşı tutumunu geliştirmek.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Aile İçi İlişkiler</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Aile fertleriyle sağlıklı ve sevgi dolu ilişkiler kurmak.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Güçlü ailelerin güçlü toplumlar oluşturduğunu anlamak.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Manevi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Aile sevgisinin dini bir sorumluluk ve ibadet olduğunu kavramak.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Küçük Kardeş Sorunu</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Küçük kardeşin odana izinsiz girip eşyalarını karıştırmış ve en sevdiğin kalemini kırmış. Çok kızgınsın çünkü daha önce de uyarmıştın.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Kardeşime bağırır ve odasına gönderirim.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Kızgınlığımı kontrol eder, kardeşimle sakin bir şekilde konuşurum.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 babama şikâyet ederim ve kardeşimi cezalandırmalarını isterim.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Aile Yemeği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Arkadaşların akşam dışarıda buluşmaya çağırıyor ama ailen bu akşam birlikte yemek yemeyi planlıyor. Arkadaşların ısrar ediyor.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 yemeğine katılırım, arkadaşlarımla başka zaman buluşurum.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Ailemden izin almadan arkadaşlarımla buluşurum.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Eve geç geleceğimi söyleyip hem arkadaşlarımla hem aileyle vakit geçirmeye ça...</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Büyükanne Ziyareti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Hafta sonu büyükannenizi ziyaret etmeniz gerekiyor ama sen evde bilgisayar oynamak istiyorsun. Annen 'Büyükannen seni çok özledi' diyor.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Hasta olduğumu söyleyip evde kalırım.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İsteksizce gider ama orada telefonumla ilgilenirim.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Büyükannemi ziyaret eder, ona vakit ayırır ve sohbet ederim.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Kardeş Başarısı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Kardeşin bir yarışmada birincilik kazandı. Herkes onu tebrik ediyor. Sen de çok çalışmıştın ama kazanamamıştın. İçinden kıskançlık geçiyor.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Kardeşimi içtenlikle tebrik eder, başarısını paylaşırım.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Kardeşime 'Şanslıydın' derim ve ilgilenmem.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Üzüntümü ailemden saklarım ama kardeşime soğuk davranırım.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torunları için ne buyurmuştur?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'Bunlar benim yıldızlarımdır'</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'Bunlar benim çiçeklerimdir'</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'Bunlar benim güneşlerimdir'</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'Bunlar benim hazinelerimdir'</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sellemin torunları kimlerdir?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Hz. Ali ve Hz. Hamza</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Hz. Hasan ve Hz. Hüseyin</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Hz. Zeyd ve Hz. Üsâme</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Hz. Abdullah ve Hz. İbrahim</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Hz. Fatıma validemiz kimin kızıdır?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Hz. Ebu Bekir radıyallahu anh'ın</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Hz. Ömer radıyallahu anh'ın</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Peygamber Efendimiz sallallahu aleyhi ve sellemin</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Hz. Ali radıyallahu anh'ın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Küçüklerimize merhamet etmeyen, büyüklerimize saygı göstermeyen bizden değildir.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Hadis-i Şerif (Tirmizî)</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Ailende seni en çok mutlu eden şey nedir?</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aile hayatından seni en çok etkileyen davranış hangisi?</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Büyükanne ve büyükbabana ne sıklıkla vakit ayırıyorsun?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Aile Değerleri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