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Güvenilirlik ve Doğruluk</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Peygamber Efendimiz sallallahu aleyhi ve sellem'in çocukluk yıllarındaki güvenilirliği ve sütannelik dönemi</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çocukluk dönemindeki güvenilirliğini öğrenir.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Güvenilirlik ve doğruluk kavramlarının önemini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Küçük yaşta güzel ahlâk sahibi olmanın değerini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Kendi hayatında güvenilir bir insan olmanın yollarını keşfeder.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Sütanne</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Öz annesi yerine bebeği emziren ve büyüten kadındır; Arap geleneğinde çocuğu çölde sağlıklı büyütmek için verilirdi.</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Bereket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Allahu Teâlâ'nın bir şeydeki hayrı, bolluğu ve faydalılığı artırmasıdır.</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Güvenilirlik</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Sözünde durma, emanete sahip çıkma ve dürüst davranma özelliğidir.</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Yetim</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Babası vefat etmiş çocuk demektir; Peygamber Efendimiz sallallahu aleyhi ve sellem de yetim olarak dünyaya gelmiştir.</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Şakk-ı Sadr</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göğsünün melekler tarafından açılıp kalbinin yıkanması hadisesidir.</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Sa'd Kabilesi</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sütannesi Halîme'nin mensup olduğu kabiledir.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Sütanne Halîme'nin Bereketi</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Mekke'de yeni doğan çocukları çöl havasında büyütmek için sütannelere vermek âdetti. Peygamber Efendimiz sallallahu aleyhi ve sellem de sütannesi Hz. Halîme radıyallahu anha'ya verildi. O'nun gelişiyle Halîme ailesinin hayatı tamamen değişti.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Mekke'de çocukları sütannelere verme geleneği vardı. Sa'd kabilesinden Halîme radıyallahu anha, kıtlık yılında Mekke'ye süt çocuğu almaya geldi. Fakir ve zayıf devesi olan Halîme'yi kimse tercih etmiyordu. Diğer sütanneler zengin ailelerin çocuklarını alırken, Halîme'ye yetim olan Muhammed'den başka çocuk kalmamıştı. Halîme, eli boş dönmemek için bu yetim bebeği almaya karar verdi.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Halîme radıyallahu anha, küçük Muhammed'i kucağına aldığı andan itibaren olağanüstü şeyler yaşamaya başladı. Sütü olmayan devesi birden bol süt vermeye başladı. Zayıf merkepleri en hızlı hayvan oldu. Kuraklıktan kavrulan otlakları yeşerdi; sürüleri tok ve sütlü dönmeye başladı. Komşuları şaşkınlık içinde 'Bu bereket nereden geliyor?' diye soruyorlardı. Herkes, bu bereketin küçük Muhammed'in sayesinde olduğunu anladı.</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çocukluk yıllarında bile diğer çocuklardan farklıydı. Hiç yalan söylemez, kötü söz kullanmaz, güvenilir bir çocuk olarak tanınırdı. Halîme vâlidemiz, O'nu geri vermek istemedi ve birkaç yıl daha yanında tuttu. Peygamber Efendimiz'in çocukluk yıllarındaki bu güzel ahlâkı, ileride bütün insanlığa örnek olacak bir hayatın ilk işaretleriydi.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O'nu kucağıma aldığım andan itibaren her şeyimize bereket geldi. Hayatımda böyle bereketli günler görmemiştim.</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Hz. Halîme radıyallahu anha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And olsun ki Resûlullah'ta sizin için, Allah'ı ve âhiret gününü umanlar ve Allah'ı çok zikredenler için güzel bir örnek vardır.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Ahzâb Sûresi, 21. Âyet-i Kerîme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Sözünde Durmak</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Verdiğin sözü ne olursa olsun tutmak, tutamayacağın sözü vermemek.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Emanete Sadakat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Sana emanet edilen eşyaya, sırra ve göreve sahip çıkmak.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Doğru Sözlülük</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Her zaman doğruyu söylemek, yalan ve abartıdan kaçınmak.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Tutarlılık</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Her ortamda aynı dürüst ve güvenilir kişi olmak, iki yüzlülükten kaçınmak.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Kopya Teklifi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Matematik sınavında çok zorlandın. Yanında oturan arkadaşın sana kâğıdını gösteriyor ve 'Al, bak' diyor. Öğretmen o sırada başka tarafa bakıyor. Eğer kopya çekersen muhtemelen yüksek not alırsın. Ama bu doğru mu?</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Teşekkür eder ama reddederim; kendi bildiklerimi yazarım.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'Bu doğru değil, ikimiz de ceza alırız' 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Fırsattan yararlanır ve bakarım.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Kırılan Vazo</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Evde top oynarken annenin çok sevdiği vazoyu kırdın. Kimse görmedi. Kardeşine suçu yıkabilirsin veya annene hiç söylemeyebilirsin. Ama bu yalanla yaşamak seni rahatsız eder mi?</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anneme gider, olanı doğru bir şekilde anlatır ve özür dilerim.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Anneme biraz sonra söylerim ama suçu kardeşime atmam.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Kimseye söylemem, vazoyu gizlerim.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Arkadaşın Sırrı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En yakın arkadaşın sana bir sırrını anlattı ve 'Sakın kimseye söyleme' dedi. Başka bir arkadaş grubu merak içinde sana bu sırrı soruyor. Eğer söylersen o gruba girebilirsin ama arkadaşının güvenini kırmış olursun.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Sırrı kesinlikle söylemem, 'Bilmiyorum' derim.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söz verdim, söyleyemem derim ve konuyu değiştiririm.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Biraz ima eder, tam söylemem ama ipuçları veririm.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Bulunan Para</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Okulun koridorunda 50 lira buldun. Kimse görmedi. Bu parayı cebine koyabilirsin veya kayıp eşya birimine teslim edebilirsin. Arkadaşın 'Al, kim düşürdüyse aramaz bile' diyor.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Parayı hemen kayıp eşya birimine veya müdür yardımcısına teslim ederim.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Sınıfta 'Para düşüren var mı?' diye sorar, çıkmazsa idareye veririm.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Parayı alır, kantinde harcarım.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sellem'in sütannesi kimdir?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Süveybe</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Halîme radıyallahu anha</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Ümmü Eymen</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Fâtıma bint Esed</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Güvenilir bir insan olmak için aşağıdakilerden hangisi gereklidir?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Sadece büyüklere doğru söylemek</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Sözünde durmak, doğru söylemek ve emanete sahip çıkmak</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Sadece arkadaşlara güvenilir olmak</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İşine geldiğinde doğru söylemek</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Bir arkadaşının sırrını başkalarına söylemek hangi değere aykırıdır?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Cesaret</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Güvenilirlik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Cömertlik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Sabır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And olsun ki Resûlullah'ta sizin için, Allah'ı ve âhiret gününü umanlar ve Allah'ı çok zikredenler için güzel bir örnek vardır.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Ahzâb Sûresi, 21. Âyet-i Kerîme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Bugün birine verdiğim bir sözü tuttum mu? Tutmadıysam ne yapabilirim?</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Güvenilir bir insan olduğumu düşünüyor musun? Neden?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Yalan söylediğim bir anı hatırlıyorum. O an doğruyu söyleseydim ne olurdu?</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04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Güvenilirlik ve Doğruluk</dc:title>
  <dc:subject>Degerler Egitimi</dc:subject>
  <dc:creator>Birlikte Iyilik Akademisi</dc:creator>
  <cp:lastModifiedBy>Birlikte Iyilik Akademisi</cp:lastModifiedBy>
  <cp:revision>1</cp:revision>
  <dcterms:created xsi:type="dcterms:W3CDTF">2026-03-21T08:52:34Z</dcterms:created>
  <dcterms:modified xsi:type="dcterms:W3CDTF">2026-03-21T08:52:34Z</dcterms:modified>
</cp:coreProperties>
</file>