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Sünnet ve Günlük Hayat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Her Anda Peygamber Efendimiz'in İzinde</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günlük hayattaki sünnetlerini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Yeme-içme, selâmlaşma ve temizlik âdâbını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Sünnetin günlük hayata nasıl yansıdığını fark eder.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Güzel âdâb ve ahlâkın önemini benimser.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Sünnet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söz, fiil ve tasviplerinin tamamı.</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Âdâb</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Güzel davranış kuralları, görgü ve nezaket.</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Besmele</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işe 'Bismillahirrahmanirrahim' diyerek başlamak.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Selâm</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'Esselâmu aleyküm' diyerek karşılaşılan kişiye esenlik dilemek.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İsraf</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Nimetleri gereksiz yere harcamak, savurganlık.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Misafirperverlik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Gelen misafire ikramda bulunmak, güler yüz göstermek.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Peygamber Efendimiz'in Sofra Âdâbı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günlük hayatın her anında güzel ahlâkın örneğini vermiştir. Yeme-içme âdâbından selâmlaşmaya, temizlikten misafirperverliğe kadar her konuda sünnetler bırakmıştır.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sofra kurulduğunda mutlaka Besmele ile başlar, sağ eliyle yer ve önünden yerdi. Bir gün yanında yemek yiyen küçük bir çocuk eli yemeğin her tarafına uzanıyordu. Peygamber Efendimiz sallallahu aleyhi ve sellem ona şefkatle 'Bismillah de, sağ elinle ye ve önünden ye' diye öğretti.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Yemeğini asla israf etmez, tabağını sıyırır ve 'Yemeğin hangi kısmında bereket olduğunu bilemezsiniz' buyururdu. Sofraya oturduğunda misafirleriyle birlikte yer, kimseyi ayırt etmezdi. Sofrada paylaşmak, birlikte yemek O'nun en sevdiği sünnetlerinden biriydi. Yemekten sonra da Allah'a hamd ederdi.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Selâmlaşma konusunda da Peygamber Efendimiz sallallahu aleyhi ve sellem çok titizdi. Her karşılaştığı kişiye selâm verir, küçük-büyük ayırt etmezdi. 'Selâmı yayınız' buyurarak Müslümanlar arasındaki sevgi ve kardeşlik bağını güçlendirirdi.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Bismillah de, sağ elinle ye ve önünden ye.</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Sizin için Allah'ın Resulünde güzel bir örnek vardır.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Ahzâb Sûresi, 21.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Günlük alışkanlıklarını sünnet doğrultusunda düzenlemek.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Sosyal İlişkiler</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Selâmlaşma ve nezaketle çevresindeki ilişkileri güçlendirmek.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 anı ibadete dönüştürmenin bilincine varmak.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Sağlık Boyutu</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Temizlik ve yeme-içme sünnetlerinin sağlığa katkısını anlamak.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Okul Kantini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kantininde aceleyle yemek yiyorsun. Arkadaşların hızlı hızlı yiyor, kimse Besmele çekmiyor. Yemeğin yarısını da çöpe atıyorlar.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herkes gibi aceleyle yer ve kalanı atarım.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Besmele çekerim, sakin sakin yerim ve yemeğimi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 eleştirir ve onlara kızarım.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Selâm Verme</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tanımadığın bir öğrenci seninle göz göze geliyor. Arkadaşların 'Tanımadığın birine selâm verme' diyor.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selâm vermem.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Güler yüzle selâm veririm çünkü selâmı yaymak s...</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Bakışımı kaçırır, görmezden gelirim.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Misafir Geldi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Eve beklenmedik misafirler geldi. Sen odanda ödev yapıyordun ve rahatsız oldun. Annen senden yardım istiyor.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Odamdan çıkmam, ödevim var derim.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Misafirlere güler yüzle karşılar, anneme yardım...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İsteksizce çıkarım ama suratımı asarım.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Temizlik Alışkanlığı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 sınıfta yere çöp atıyor ve 'Temizlikçi toplar' diyor. Sen de elinde bir kağıt var ama çöp kutusu biraz uzakta.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yere atarım, temizlikçi halleder.</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Çöpümü çöp kutusuna atar, arkadaşıma da nazikçe...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Kağıdı cebime koyarım ama arkadaşıma bir şey de...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yemeğe nasıl başlardı?</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Dua ederek</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Besmele çekerek</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Şükür ederek</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Sessizce</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tabağında yemek bırakır mıydı?</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Evet, yarısını bırakırdı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Hayır, tabağını sıyırırdı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Bazen bırakırdı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misafir varken bırakmazdı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İsraf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Tasarruf yapmak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Nimetleri gereksiz yere harcamak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Paylaşmak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Biriktirmek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Sizin için Allah'ın Resulünde güzel bir örnek vardır.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Ahzâb Sûresi, 21.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hayatında hangi sünnetleri uygulamaya çalışıyorsun?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Yemek yerken Besmele çekmeyi ne sıklıkla hatırlıyorsun?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Selâmlaşmanın insanlar arasındaki ilişkiye nasıl bir etkisi olduğunu düşünüyorsun?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Sünnet ve Günlük Hayat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