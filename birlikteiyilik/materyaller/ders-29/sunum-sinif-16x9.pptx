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Güzel Ahlâk</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Günlük Hayatta Ahlâk Güzelliği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ahlâkî özelliklerini somut örneklerle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Güzel ahlâkın günlük hayattaki yansımalarını fark eder.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Tevazu, cömertlik, şefkat ve sabır gibi değerleri kendi davranışlarıyla ilişkilendirir.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Ahlâkî davranışın toplumsal etkisini kavrar.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Ahlâk</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İnsanın iyi ve güzel davranışlarının bütünü; karakter ve kişiliğin temel yapı taşı.</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Tevazu</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Kibirlenmemek, kendini olduğundan büyük görmemek; her kişiye eşit ve saygılı davranmak.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Cömertlik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Sahip olduğu şeyleri ihtiyaç sahipleriyle gönülden paylaşmak; vermekten zevk almak.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Şefkat</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İnsanlara ve tüm canlılara karşı duyulan derin merhamet ve koruma duygusu.</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Sabır</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Zorluklar karşısında metanetini korumak, acele etmemek ve doğru yolda kararlılıkla devam etmek.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Af</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Kötülük yapanı bağışlamak, intikam duygusuna kapılmamak; Peygamber Efendimiz sallallahu aleyhi ve sellem'in en belirgin sıfatlarından biri.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Ahlâkın Zirvesindeki İnsan</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insanlığa gönderilmiş en güzel ahlâk örneğidir. O'nun tevazusu, cömertliği, şefkati, sabrı ve merhameti bütün insanlık için emsalsiz bir modeldir. Günlük hayatındaki her davranışı bir ahlâk dersi niteliğindedir.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her gün evinin önünden geçerken kapısına çöp bırakan bir kadın vardı. Peygamber Efendimiz sallallahu aleyhi ve sellem her seferinde çöpleri sessizce temizler, kadına hiçbir şey söylemezdi. Bir gün kadının çöp bırakmadığını görünce endişelendi ve kadının hasta olduğunu öğrenince hemen ziyaretine gitti. Kadın bu davranış karşısında büyük bir utanç duydu ve Peygamber Efendimiz sallallahu aleyhi ve sellem'in güzel ahlâkına hayran kalarak Müslüman oldu.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komşu hakkına büyük önem verirdi. 'Cebrail bana komşu hakkını o kadar çok tavsiye etti ki, komşuyu komşuya mirasçı kılacak sandım' buyurmuştu. Yetimlerin başını okşar, fakirlere yardım eder, hastalan ziyaret eder, cenaze namazlarına katılırdı. O, insanlar arasında ayrım yapmaz, herkese aynı saygı ve sevgiyle yaklaşırdı.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O'nun cömertliği esen rüzgâra benzetilirdi; hiçbir isteği geri çevirmezdi. Evine gelen misafire ikram edecek bir şeyi olmasa bile komşusundan ödünç alırdı. Kimseye kötü söz söylemez, kızmaz, affederdi. Allah Teâlâ O'nun hakkında 'Sen elbette yüce bir ahlâk üzeresin' buyurmuştur.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Ben güzel ahlâkı tamamlamak üzere gönderildim.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Sen elbette yüce bir ahlâk üzeresin.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Kalem Sûresi, 4.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Kendi ahlâkını güzelleştirmek, her gün bir güzel davranış edinmeye çalışmak.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Komşuluk hakkı, yetim ve fakir ilgisi gibi toplumsal sorumlulukları yerine getirmek.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Güzel ahlâkın imanın meyveleri olduğunu kavramak ve bunu hayata geçirmek.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İlişkisel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İnsanlarla olan her ilişkide güler yüz, sabır, anlayış ve affedicilikle davranmak.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Kötülüğe İyilikle Karşılık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Sınıfta bir arkadaşın seninle sürekli dalga geçiyor ve seni arkandan çekiştiriyor. Bunu birkaç kez duyuyorsun ve çok kızıyorsun. Teneffüste o arkadaşının düşüp dizini kanatığını görüyorsun.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Yardım ederim ama sonra 'Bak ben sana iyilik ya...</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 etmiş derim ve geçerim.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Tevazu Sınavı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yarışmasında birinci oldun ve herkes seni kutluyor. Bazı arkadaşların kıskanıyor. Diğer yarışmacılar üzgün görünüyor. Ödül töreninde konuşma yapman isteniyor.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Konuşmamda önce Allah'a hamdeder, bana destek o...</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Kısa bir teşekkür konuşması yapar, çok da ayrın...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Birinci olduğum için gururlanır, bunu hak ettiğ...</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Komşu Hakkı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Yan dairenize yaşlı bir teyze taşındı. Yalnız yaşıyor ve alışverişe çıkmakta zorlanıyor. Annen 'Yarın teyzeye yemek götürelim' diyor ama sen arkadaşlarınla buluşmayı planlamıştın.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hazırlarım ama götürmeyi anneme bırakırım.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Arkadaşlarımla buluşmam daha önemli, annem tek ...</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Cömertlik Testi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hayır kermesi düzenleniyor. Annen sana harçlık verdi ve sen bununla istediğin kitabı alacaktın. Ama kermeste toplanan para depremzede aileler için toplanıyor. Arkadaşların bağış yapıyor.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kısmını bağışlar, kitabı daha s...</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bozuk paramı atarım, kitap paramı koruma...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bağış yapıyor diye ben de yapmak zorunda...</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'Ben ... tamamlamak üzere gönderildim' buyurmuştur. Boşluğa ne gelir?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İlmi</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İbadeti</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Güzel ahlâkı</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Cihadı</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cömertliği neye benzetilmiştir?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Denize</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Esen rüzgâra</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Yağmura</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Nehire</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yetimlere nasıl davranırdı?</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Uzak dururdu</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Başlarını okşar, ilgilenirdi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Sadece maddi yardım ederdi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Onları başkalarına yönlendirirdi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Sen elbette yüce bir ahlâk üzeresin.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Kalem Sûresi, 4.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Güzel ahlâkın günlük hayatında en çok hangi alanda eksik kaldığını düşünüyorsun?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Kötülüğe iyilikle karşılık vermek sence mümkün mü? Bunu denediğin oldu mu?</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hangi ahlâkî özelliğini kendi hayatına taşımak istersin?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29</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Güzel Ahlâk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