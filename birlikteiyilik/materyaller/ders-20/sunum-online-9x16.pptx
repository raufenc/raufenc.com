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Saygılı İletişim</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Devlet Başkanlarına Mektuplar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diplomatik mektuplarının özelliklerini tanır.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Saygılı iletişimin muhatap üzerindeki olumlu etkisini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Farklı insanlara uygun hitap tarzıyla yaklaşmanın önemini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Yazılı ve sözlü iletişimde nezaket kurallarını uygulama farkındalığı kazanır.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Saygılı İletişim</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Karşıdaki kişinin konumuna ve kişiliğine uygun, nazik ve ölçülü bir dille konuşma veya yazma.</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Hitap Tarzı</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Muhatabın statüsüne, yaşına ve durumuna göre uygun sözcükler ve üslup seçme.</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Diplomasi</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İlişkileri bozmadan, incelikle ve stratejik düşünerek iletişim kurma sanatı.</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Nezaket</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İnsanlara karşı kibar, ince ve düşünceli davranma alışkanlığı.</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Empati</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Karşıdaki kişinin duygularını ve bakış açısını anlayarak ona göre davranma.</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Kibir</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Kendini başkalarından üstün görme ve onları küçümseme; iletişimi zehirleyen en büyük kötülük.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Peygamber Efendimiz'in Mektupları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Hudeybiye Antlaşması'ndan sonra barış ortamı oluşunca Peygamber Efendimiz sallallahu aleyhi ve sellem, İslâm'ı dünya liderlerine tanıtmak üzere çeşitli devlet başkanlarına mektuplar gönderdi. Bu mektuplar, diplomatik iletişimin en güzel örneklerindendi.</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Bizans İmparatoru Heraklius'a, İran Kisrâsı Hüsrev Perviz'e, Mısır Mukavkıs'ına, Habeşistan Necâşîsi'ne ve diğer devlet başkanlarına mektuplar yazdırdı. Her mektupta muhatabın unvanına ve konumuna uygun bir hitap tarzı kullanıldı. Mektuplar 'Bismillâhirrahmânirrahîm' ile başlıyor, nazik ve saygılı bir dille İslâm'a davet ediliyordu.</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Heraklius mektubu dikkatle okudu ve İslâm hakkında araştırma yaptı; içinden iman etmek istedi ama siyasi dengeleri gözeterek açıkça kabul edemedi. Mısır Mukavkısı hediyelerle saygılı bir cevap gönderdi. Ancak İran Kisrâsı mektubu okuyunca kibirle yırtıp attı. Peygamber Efendimiz sallallahu aleyhi ve sellem bunu duyunca 'Allah da onun mülkünü parçalasın' buyurdu.</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Bu mektuplar bize gösteriyor ki en önemli mesajlar bile saygılı ve uygun bir üslupla iletilmelidir. Peygamber Efendimiz sallallahu aleyhi ve sellem, kendisine düşmanlık edenlere bile kibar ve onurlu bir şekilde hitap etmiştir.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Muhammed'den, Rûm'un büyüğü Hirakl'e. Selâm, hidâyete tâbî olanların üzerine olsun.</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sellem'in Heraklius'a mektubundan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Rabbinin yoluna hikmet ve güzel öğütle çağır ve onlarla en güzel şekilde tartış.</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Nahl Sûresi, 125.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Sözlü İletişim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Konuşurken seçilen kelimelerin ve tonun önemi.</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Yazılı İletişim</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Yazarken doğru hitap, ölçülü ifade ve nezaketli üslup.</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Kültürel Farkındalık</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Farklı kültür ve geleneklere sahip insanlarla uygun iletişim kurma.</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Karakter Yansıması</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İletişim tarzının kişinin karakterini ve değerlerini yansıtması.</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Yeni Öğretmen</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Sınıfınıza yeni bir öğretmen geldi ve ilk dersinde biraz gergin. Bazı arkadaşların arka sıradan fısıldayarak dalga geçiyor. Öğretmenin bundan rahatsız olduğu belli.</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 uyarır ve öğretmene saygılı bir şekilde hoş geldiniz 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arkadaşlarımla birlikte gülerim, herkes yapıyor.</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 şey yapmam, benim sorunum değil.</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Mesaj Tartışması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Sınıf WhatsApp grubunda bir arkadaşın seni yanlış anlamış ve kırıcı bir mesaj yazmış. Diğer arkadaşların da görebileceği bir ortamda sana 'Sen hiçbir şeyden anlamıyorsun' demiş. Çok kızdın.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Grupta cevap vermek yerine arkadaşıma özel mesaj atar, durumu sakin bir dille...</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Grupta daha sert bir cevap yazar, herkes görsün ne kadar haksız olduğunu.</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Gruptan çıkarım ve o arkadaşla bir daha konuşmam.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Büyüklere Hitap</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Komşunuzun evine bir şey getirmen gerekiyor. Kapıyı açan yaşlı bir amca, biraz ters ve sinirli bir şekilde 'Ne istiyorsun?' diyor. Aslında sen iyilik için gelmiştin.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Gülümseyerek 'Amca, merhaba, komşunuzun gönderdiği bir şey var, size bırakmam...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Paketini bırakır hiçbir şey söylemeden dönerim.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aynı sertlikte cevap verir, 'Al şunu' der giderim.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E-posta Yazma</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müdürüne sınıfınız için bir etkinlik izni almak üzere e-posta yazman gerekiyor. Daha önce hiç resmî e-posta yazmadın ve nasıl hitap edeceğini bilmiyorsun.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İnternetten resmî e-posta örneklerine bakar, 'Sayın Müdürüm' diye başlayan sa...</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'Hocam bize izin verin' diye kısa bir mesaj atarım.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E-posta yazmak yerine teneffüste müdürün kapısını çalar ve sözlü olarak söyle...</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mektupları ne zaman göndermiştir?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Hicret'ten önce</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Bedir Gazvesi'nden sonra</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Hudeybiye Antlaşması'ndan sonra</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Mekke'nin fethinden sonra</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Heraklius mektubu okuduktan sonra ne yapmıştır?</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Mektubu yırttı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İslâm hakkında araştırma yaptı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Savaş ilan etti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Mektubu cevapsız bıraktı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İran Kisrâsı'nın mektubu yırtması hangi kötü özelliği gösterir?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Korkaklık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Kibir ve büyüklenme</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Cahillik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Acelecilik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Rabbinin yoluna hikmet ve güzel öğütle çağır ve onlarla en güzel şekilde tartış.</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Nahl Sûresi, 125.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Birisiyle konuşurken kullandığın kelimelerin karşıdaki kişiyi nasıl etkilediğini hiç düşündün mü?</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Sana saygısızca davranan birine karşı saygılı kalmayı başardığın bir an oldu mu?</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Yazılı iletişimde (mesaj, e-posta) yanlış anlaşıldığın bir durum yaşadın mı? Sebebi ne olabilir?</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20</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Saygılı İletişim</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