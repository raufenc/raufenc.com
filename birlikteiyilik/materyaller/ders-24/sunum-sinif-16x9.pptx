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Samimiyet ve İhlas</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Ka'b bin Mâlik'in Tövbesi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Tebük Gazvesi'nin önemini ve münafıkların tutumunu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Samimiyetin ve doğru sözlülüğün uzun vadede en doğru yol olduğunu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İhlasın dış görünüşten değil, kalpten geldiğini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Hata yaptığında samimi tövbe etmenin değerini takdir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Samimiyet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İçi dışı bir olmak, söyledikleriyle yaptıkları uyumlu davranmak.</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İhlas</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Yapılan her işi sırf Allah rızası için, gösteriş yapmadan yapmak.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Doğru Sözlülük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durumda bile yalan söylemeden gerçeği söyleme cesareti.</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Tövbe</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Yapılan hatanın farkına varıp pişman olarak bir daha yapmamaya karar verme.</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Nifak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İçi başka dışı başka olma, iki yüzlülük; samimiyetin tam karşıtı.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Değer verdiği şeylerden vazgeçerek başkalarının veya yüce bir davanın iyiliği için çalışma.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Samimiyetin Sınavı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dokuzuncu yılında Bizans ordusunun büyük bir sefer hazırlığında olduğu haberi geldi. Peygamber Efendimiz sallallahu aleyhi ve sellem, şiddetli sıcakta ve hasattan hemen önce, en uzak sefere çıkma kararı aldı. Bu sefer, samimiyetin en ağır sınavlarından biri oldu.</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Münafıklar türlü bahaneler üreterek seferden geri kaldılar. Kimi hastalık, kimi meşguliyet, kimi sıcaklığı bahane etti. Samimi Müslümanlar ise büyük fedakârlıklarla sefere katıldılar. Öyle ki bazıları binek bulamayıp ağlayarak geri döndüler. Yaşlı sahâbîler en değerli mallarını ordu için bağışladılar.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Ka'b bin Mâlik radıyallahu anh samimi bir Müslümandı ve daha önceki savaşlara katılmıştı. Ancak Tebük Seferi'ne hazırlanması gerekirken 'Yarın hazırlanırım' diye erteledi ve sonunda ordu gitti, o geride kaldı. Hiçbir mazereti yoktu; sadece tembellik ve erteleme yüzünden katılamamıştı.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Sefer dönüşü münafıklar yalan mazeretler uydurarak Peygamber Efendimiz sallallahu aleyhi ve sellem'den özür dilediler ve mazeret kabul edildi. Ancak Ka'b bin Mâlik radıyallahu anh doğruyu söylemeyi tercih etti: 'Yâ Resûlallah, hiçbir mazeretim yoktu.' Bu samimiyet üzerine elli gün boyunca kimse onunla konuşmadı. Sonunda Allah, onun samimi tövbesini kabul etti ve Tevbe Sûresi'nde kendisinden övgüyle bahsedildi.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Beni kurtaran şey doğru sözlülüğüm oldu.</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Ka'b bin Mâlik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iman edenler! Allah'tan korkun ve doğrularla beraber olun.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Tevbe Sûresi, 119.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İç-Dış Uyumu</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Söylediklerinle yaptıklarının tutarlı olması.</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Cesur Doğruluk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Sonucu ne olursa olsun doğruyu söyleme cesareti.</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Samimi Pişmanlık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Hatanı kabul edip gerçek bir değişim iradesi gösterme.</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Gösterişsiz İyilik</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İyilikleri insanların görmesi için değil, Allah rızası için yapma.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Ödev Bahanesi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Ödevini yapmadın çünkü akşam bilgisayar oyunu oynadın. Öğretmen neden yapmadığını sorduğunda birçok arkadaşın 'internet gitti', 'annem hastaydi' gibi bahaneler uyduruyor. Sen de benzer bir mazeret uydurabilirsin.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Doğruyu söylerim: 'Öğretmenim, zamanımı iyi kul...</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internet bozuldu derim, herkes söylüyor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söylemem ve gözlerimi kaçırırım.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Yardım Gösterişi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ihtiyaç sahibi öğrencilere yardım kampanyası düzenleniyor. Bir arkadaşın bol bol bağış yapıyor ama bunu herkesin görmesini sağlıyor, sosyal medyada paylaşıyor. Sen de bağış yaptın ama kimse bilmiyor.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İyiliğimi sessizce yapmaya devam ederim; önemli...</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fotoğraf çekip paylaşırım, herkes görsün.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gösteriş yapmasını söylerim ve onu 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Erteleme Tuzağı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Hafta sonu bir yarışma için hazırlanman gerekiyor ama arkadaşların dışarı çıkmaya çağırıyor. 'Akşam çalışırım' diye düşünüyorsun ama tecrübelerinle biliyorsun ki akşam yorgun olunca çalışamayacaksın.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çalışmamı yapar sonra arkadaşlarımla buluş...</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çıkarım, akşam bir şekilde halle...</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Yarışmadan çekilirim, bu kadar stres yapmaya de...</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İtiraf Zamanı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Teneffüste arkadaşınla oynarken yanlışlıkla sınıfın camını kırdın. Kimse görmedi ve başka bir arkadaşın suçlanıyor. O arkadaşın ceza alacak.</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Gidip öğretmene camı benim kırdığımı söylerim;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Sesimi çıkarmam ama suçlanan arkadaşımı savunur...</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zaten beni görmedi kimse.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Tebük Gazvesi Hicret'in kaçıncı yılında gerçekleşmiştir?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Yedinci yıl</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Sekizinci yıl</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Dokuzuncu yıl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Onuncu yıl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Ka'b bin Mâlik radıyallahu anh sefer dönüşü ne yaptı?</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Yalan mazeret uydurdu</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Kaçıp gizlendi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Mazereti olmadığını samimiyetle itiraf etti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Başka birini suçladı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İhlas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Çok ibadet etmek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Yapılan her işi sırf Allah rızası için yapmak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Herkesin göreceği şekilde iyilik yapmak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Her zaman başarılı olmak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iman edenler! Allah'tan korkun ve doğrularla beraber olun.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Tevbe Sûresi, 119.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Doğruyu söylemenin zor olduğu bir durumda ne yaptın? Sonucu nasıl oldu?</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 işi 'yarın yaparım' diye ertelediğin ve pişman olduğun bir anı var mı?</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Yaptığın iyilikleri başkalarının görmesi seni mutlu ediyor mu? Görmese de aynı iyiliği yapar mıydın?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Samimiyet ve İhlas</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