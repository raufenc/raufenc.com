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Takım Çalışması ve Strateji</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Hendek Kazarak Zafere Ulaşmak</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Hendek Gazvesi'nin arka planını ve stratejik önemini açıklar.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Takım çalışmasının zorluklara karşı en güçlü silah olduğunu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Farklı kültürlerden gelen fikirlere açık olmanın değerini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Liderle birlikte çalışmanın motivasyonu nasıl artırdığını fark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Takım Çalışması</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Ortak bir hedef için herkesin üzerine düşeni yaparak birlikte çalışması.</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Strateji</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hedefe ulaşmak için önceden düşünülmüş, planlı hareket etme yöntemi.</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İstişâre</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Karar vermeden önce bilgi ve tecrübe sahibi kişilere danışma.</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Dayanışma</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 zamanlarda birbirine destek olma ve güç verme.</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Yaratıcılık</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Alışılmışın dışında yeni ve etkili çözümler üretebilme becerisi.</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Kapsayıcılık</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Farklı kökenlere sahip insanları dışlamadan birlikte hareket etme.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Selman'ın Hendek Fikri</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Hicret'in beşinci yılında müşrikler, Yahudiler ve diğer kabileler on bin kişilik büyük bir orduyla Medine'ye saldırmak üzere yola çıktı. Bu devasa orduya karşı Müslümanların sayısı çok azdı. Peygamber Efendimiz sallallahu aleyhi ve sellem ashâbıyla istişâre ederek savunma planı yapmaya karar verdi.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Selman-ı Fârisî radıyallahu anh, İran'daki savaş tecrübelerinden yola çıkarak şehrin savunmasız kuzey tarafına derin bir hendek kazılmasını önerdi. Bu fikir Arap savaş geleneğinde daha önce hiç uygulanmamıştı. Peygamber Efendimiz sallallahu aleyhi ve sellem bu yaratıcı öneriyi hemen kabul etti ve bizzat hendek kazmaya başladı.</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Müslümanlar soğuk kış günlerinde, açlıkla mücadele ederek geceli gündüzlü hendek kazdılar. Peygamber Efendimiz sallallahu aleyhi ve sellem de ashâbıyla birlikte toprak taşıdı, kayaları kırdı. Herkes birbirine yardım etti; Muhâcirler ve Ensâr omuz omuza çalıştı. Kimin hangi milletten olduğuna bakılmadı, Selman-ı Fârisî radıyallahu anh için 'Selman bizdendir, Ehl-i Beyt'tendir' buyruldu.</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Müşrik ordusu Medine önüne geldiğinde karşılarında beklemedikleri derin bir hendek buldu. Atlarıyla geçemediler, yaya geçmeye kalkanlar ok yağmuruna tutuldu. Haftalarca kuşatma sürdü ama hendek geçilemedi. Sonunda şiddetli bir fırtına çıkarak düşman ordusunu dağıttı ve Müslümanlar zafer kazandı.</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Selman bizdendir, Ehl-i Beyt'tendir.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Ey iman edenler! Allah'ın size olan nimetini hatırlayın; hani üzerinize ordular gelmişti de biz onlara karşı bir rüzgâr ve sizin göremediğiniz ordular göndermiştik.</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Ahzâb Sûresi, 9.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Birlikte Üretme</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Herkesin emeğiyle ortaya büyük bir eser çıkarma.</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Farklılıklara Açıklık</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Farklı kültürlerden gelen fikirleri değerlendirme.</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Liderlik ve Katılım</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Liderin işin içinde olması ve herkesle birlikte çalışması.</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Stratejik Düşünme</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Probleme yaratıcı ve planlı çözümler üretme.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Sınıf Projesi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Öğretmeniniz beş kişilik gruplarla bir tarih projesi hazırlamanızı istedi. Grubundaki bir arkadaşın hiç çalışmıyor, diğer ikisi birbirleriyle anlaşamıyor. Proje teslim tarihine iki hafta kaldı ve henüz hiçbir ilerleme yok.</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Grubu toplar, herkesin güçlü olduğu alana göre görev dağılımı yapar ve ortak ...</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Çalışmayan arkadaşı öğretmene şikâyet ederim.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Projeyi tek başıma yapar, diğerlerinin adını da yazarım.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Farklı Fikir</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düzenlenecek kermes için sınıfça fikir üretiyorsunuz. Sen limonata standı kurmayı önerdin ama yeni transfer olan bir arkadaşın kendi memleketinden farklı bir yiyecek satmayı teklif ediyor. Bazı arkadaşların bu fikre sıcak bakmıyor.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fikrini dinler, farklı ve ilgi çekici olduğu için desteklerim; be...</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Çoğunluk ne derse onu yaparım, tartışmaya girmem.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fikrimin daha iyi olduğunu söyleyip diğer fikri reddederim.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Spor Günü Hazırlığı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Okulun spor gününde sınıfınız bayrak yarışına katılacak. Antrenman sırasında en yavaş koşan arkadaşını takımdan çıkarmak isteyenler var. Ama o arkadaşın çok istekli ve elinden geleni yapıyor.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 takımda tutar, ona özel antrenman yapar ve takımın moralini yüksek...</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Kazanmak için onu takımdan çıkarmayı kabul ederim.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Karışmam, kaptan ne derse onu yaparım.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Temizlik Nöbeti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 temizlik nöbeti sende ama bugün çok yorgunsun ve tek başına yapmak istemiyorsun. Arkadaşlarından yardım istemeyi düşünüyorsun ama onların da kendi işleri var.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Durumu arkadaşlarıma açıkça anlatır, beraber hızlıca bitirelim derim; başka s...</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Temizliği yarım yapar, kimse fark etmez diye düşünürüm.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Nöbetimi başkasına devretmeye çalışırım.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Hendek kazma fikrini kim önermiştir?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Hz. Ömer radıyallahu anh</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Hz. Ali radıyallahu anh</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Selman-ı Fârisî radıyallahu anh</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 bin Muâz radıyallahu anh</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Hendek fikri neden önemliydi?</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Arap savaş geleneğinde daha önce uygulanmamış yaratıcı bir çözümdü</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En ucuz yöntemdi</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Herkesin bildiği bir taktikti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zaman kazandırıyordu</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İstişâre kavramı ne demektir?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Kendi başına karar vermek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En güçlünün sözünü dinlemek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Karar vermeden önce bilgi sahibi kişilere danışmak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Çoğunluğun her zaman haklı olduğunu kabul etmek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Ey iman edenler! Allah'ın size olan nimetini hatırlayın; hani üzerinize ordular gelmişti de biz onlara karşı bir rüzgâr ve sizin göremediğiniz ordular göndermiştik.</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Ahzâb Sûresi, 9.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Bir grup çalışmasında herkesin farklı yeteneklerinin projeye nasıl katkı sağladığını gözlemledin mi?</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Farklı bir kültürden veya şehirden gelen birinin sana yeni bir fikir öğrettiği bir anı var mı?</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Bir liderinin seninle birlikte çalışması seni nasıl motive eder?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18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Takım Çalışması ve Strateji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