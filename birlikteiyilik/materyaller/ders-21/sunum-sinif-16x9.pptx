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Adalet ve Hak</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Fetihten Sonra Adaletle Muamele</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Hayber'in fetih sürecini ve Hz. Ali radıyallahu anh'ın kahramanlığını öğrenir.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Fetih sonrası adaletle muamelenin önemini kavrar.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Güçlüyken bile adaletten ayrılmamanın İslâmî bir değer olduğunu anlar.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Hak ve adalet kavramlarını günlük hayatına uygulama bilinci kazanır.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Adalet</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Herkese hak ettiğini vermek, haksızlık yapmamak ve tarafsız davranmak.</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Hak</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Bir kişinin doğuştan sahip olduğu veya hukuki olarak tanınan meşru talepleri.</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Merhamet</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Güçlüyken bile karşıdakine acıma ve şefkat gösterme.</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Kahramanlık</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Doğru bildiği şey için cesaretle mücadele etme ve fedakârlık gösterme.</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Emanet</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Üstlenilen sorumluluğu hakkıyla yerine getirme ve güvenilir olma.</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Tarafsızlık</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Karar verirken kişisel çıkar veya duygulardan etkilenmeden objektif davranma.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Hayber'in Fethi ve Adalet</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Hayber, Medine'nin kuzeyinde güçlü kalelere sahip bir Yahudi yerleşim merkeziydi. Burada yaşayan bazı kabileler Müslümanlara karşı sürekli düşmanlık ve komplo faaliyetleri yürütüyordu. Hicret'in yedinci yılında Peygamber Efendimiz sallallahu aleyhi ve sellem Hayber üzerine sefer düzenledi.</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Hayber kalelerinin fethi kolay olmadı. Kaleler çok sağlamdı ve günlerce süren muhasaradan sonra bile bazıları düşürülememişti. Peygamber Efendimiz sallallahu aleyhi ve sellem bir gün 'Yarın sancağı öyle bir kişiye vereceğim ki Allah ve Resûlü onu sever, o da Allah ve Resûlünü sever. Allah fethi onun eliyle müyesser kılacaktır' buyurdu. Herkes bu müjdenin kime verileceğini merak etti.</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Ertesi gün sancak Hz. Ali radıyallahu anh'a verildi. Hz. Ali radıyallahu anh büyük bir kahramanlıkla savaştı ve rivayete göre kalenin ağır kapısını söküp kalkan olarak kullandı. Onun cesareti ve imanıyla Hayber kalesi fethedildi. Bu zafer, îmânın ve kararlılığın gücünü gösteren unutulmaz bir olaydır.</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Fetihten sonra Peygamber Efendimiz sallallahu aleyhi ve sellem, Hayber halkına adaletle muamele etti. Topraklarını işlemeye devam etmelerine izin verdi ve üründen belirli bir pay karşılığında yerlerinde kalmalarını sağladı. Kimseye zulmedilmedi, kimsenin hakkı yenmedi. Bu uygulama, İslâm'ın fetih sonrası adalet anlayışının en güzel örneklerinden biridir.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Yarın sancağı öyle bir kişiye vereceğim ki Allah ve Resûlü onu sever, o da Allah ve Resûlünü sever.</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Ey iman edenler! Adaleti titizlikle ayakta tutan, kendiniz, ana-babanız ve akrabanız aleyhinde de olsa Allah için şahitlik eden kimseler olun.</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Nisâ Sûresi, 135. âyet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Bireysel Adalet</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Kendi hayatında herkese hakkını verme.</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Toplumsal Adalet</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Toplumda zayıfların haklarını koruma ve haksızlığa karşı durma.</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Güç ve Sorumluluk</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Güçlü konumdayken adaletli davranma sorumluluğu.</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Cesaret</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Doğru olan için cesaretle öne çıkma.</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Sınıf Başkanlığı</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Sınıf başkanı olarak seçildin. En yakın arkadaşın senden okul gezisi listesine kendi adını eklemeni istiyor ama listede yer sınırlı ve sırası gelmemiş. Eğer eklemezsen kırılacak.</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durumu açıklar, sıranın herkese eşit...</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Kimse fark etmez diye arkadaşımı listeye eklerim.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Listeyi öğretmene veririm ama arkadaşımın adını...</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Kopya Meselesi</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Sınavda yanında oturan arkadaşın senden kopya istiyor. Eğer vermezsen sınavdan kalacak ve çok üzülecek. Ama kopya vermenin haksızlık olduğunu da biliyorsun.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Kopya vermem, ama sınavdan sonra çalışmasına ya...</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Sadece bir iki soruyu gösteririm, zaten herkes ...</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Hiçbir şey söylemeden görmezden gelirim.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Kayıp Cüzdan</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 koridorunda içinde para olan bir cüzdan buldun. Kimsenin görmediğinden eminsin. Cüzdanın kime ait olduğunu bilmiyorsun ama içinde öğrenci kimlik kartı var.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Kimlik kartındaki isme bakarak sahibini bulurum...</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Parayı alır, cüzdanı yerine bırakırım.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Cüzdanı olduğu yerde bırakırım, benim sorunum d...</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Oyun Hakemliği</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Teneffüste futbol oynuyorsunuz ve sen hakemsin. Kendi takımından bir arkadaşın rakibe faul yaptı ama kimse görmedi. Eğer faul verirsen kendi takımın dezavantaja düşecek.</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Faulü veririm çünkü hakemlik adaletli olmayı ge...</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Görmezden gelirim, kimse fark etmedi zaten.</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Oyuncuya gizlice bir dahakine dikkatli olmasını...</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Hayber'in fethi Hicret'in kaçıncı yılında gerçekleşmiştir?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Beşinci yıl</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Altıncı yıl</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Yedinci yıl</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Sekizinci yıl</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Fetihten sonra Hayber halkına nasıl davranılmıştır?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Topraklarından sürüldüler</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Topraklarını işlemeye devam etmelerine izin verildi</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Hepsi Müslüman olmaya zorlandı</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Mallarına el konuldu</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Güçlüyken adaletli davranmak neden önemlidir?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İnsanlar seni sevsin diye</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Ceza almamak için</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Güç, adaletle kullanılmazsa zulme dönüşür</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Toplumda itibar kazanmak için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Ey iman edenler! Adaleti titizlikle ayakta tutan, kendiniz, ana-babanız ve akrabanız aleyhinde de olsa Allah için şahitlik eden kimseler olun.</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Nisâ Sûresi, 135. âyet</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Adaletli davranmak ile arkadaşını kayırmak arasında kaldığın bir an oldu mu? Ne yaptın?</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Güçlü veya yetkili bir pozisyonda olsaydın adaleti nasıl sağlardın?</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Sana karşı adaletsiz davranıldığında nasıl hissettin? Bu duygu başkalarına adil davranman konusunda seni nasıl etkiliyor?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21</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Adalet ve Hak</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