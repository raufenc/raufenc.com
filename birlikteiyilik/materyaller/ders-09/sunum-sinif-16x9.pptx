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Birlik ve Dayanışma Gücü</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Zorluklara karşı birlikte durmanın gücü</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Şi'b-i Ebî Tâlib boykotunun tarihî arka planını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Zorluklara karşı birlikte durmanın önemini kavrayabilirim.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Dayanışma ve paylaşmanın toplumu nasıl güçlendirdiğini yorumlayabilirim.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Günlük hayatımda birlik ve dayanışma örnekleri gösterebilirim.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Boykot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kişi veya grupla her türlü ilişkiyi keserek onları yalnız bırakma eylemi.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Dayanışma</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zamanlarda birbirine destek olma ve yardımlaşma.</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Birlik</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Ortak bir amaç etrafında bir araya gelip güç birliği yapma.</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Şi'b-i Ebî Tâlib</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Müslümanların boykot süresince sığındıkları Mekke'deki dar vadi.</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Hâşimoğulları</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mensup olduğu kabile.</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Sabır</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Güçlükler karşısında yılmadan direnme ve metanet gösterme.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Şi'b-i Ebî Tâlib'de Üç Yıl</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Mekke müşrikleri, Müslümanları ve onları koruyan Hâşimoğullarını cezalandırmak için ağır bir boykot kararı aldılar. Bu boykot tam üç yıl sürdü ve tarihte eşine az rastlanır bir dayanışma örneği ortaya çıktı.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Mekke müşrikleri, Peygamber Efendimiz sallallahu aleyhi ve sellem ve O'nu koruyan Hâşimoğullarına karşı çok ağır bir karar aldılar. Onlarla alışveriş yapılmayacak, kız alıp verilmeyecek ve hiçbir şekilde ilişki kurulmayacaktı. Bu karar bir kağıda yazılarak Kâbe'nin duvarına asıldı. Böylece Müslümanlar ve Hâşimoğulları, Şi'b-i Ebî Tâlib denilen dar bir vadiye sığınmak zorunda kaldılar.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Vadide geçen üç yıl boyunca büyük sıkıntılar yaşandı. Yiyecek bulunamıyor, çocuklar açlıktan ağlıyordu. Ağaç yaprakları ve deri parçaları yemek zorunda kaldılar. Dışarıdan gizlice yiyecek getiren vicdanlı insanlar olsa da durum çok zordu. Ancak Müslümanlar birbirlerine sımsıkı sarıldılar; ellerindeki son lokmayı bile paylaştılar.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Üç yılın sonunda bazı vicdanlı Mekkeliler bu zulmün sona ermesi gerektiğini söylediler. Kâbe'nin duvarındaki boykot kararının kurt ve böcekler tarafından yenildiği görüldü; sadece 'Bismikallahümme' ifadesi kalmıştı. Böylece boykot sona erdi. Bu süreç, birlik ve dayanışmanın en zor şartlarda bile insanı ayakta tuttuğunu gösterdi.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Mü'minler birbirlerini sevmede, birbirlerine merhamet etmede ve birbirlerine şefkat göstermede tek bir vücut gibidirler.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Allah'ın ipine hep birlikte sımsıkı sarılın, ayrılığa düşmeyin.</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Âl-i İmrân Sûresi, 103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Maddi Dayanışma</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Sahip olunan yiyecek ve kaynakların ihtiyaç sahipleriyle paylaşılması.</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Destek</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 anlarda birbirine moral verme ve umut aşılama.</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Birlik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Farklılıklara rağmen ortak hedef etrafında bir araya gelme.</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Direnç ve Sabır</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Haksızlıklar karşısında yılmadan birlikte mücadele etme.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Okulda Dışlanan Arkadaş</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Sınıfınızdaki bir arkadaşınız, farklı bir şehirden geldiği için bazı öğrenciler tarafından dışlanıyor. Teneffüslerde yalnız kalıyor, grup çalışmalarında kimse onu istemiyor. Siz bu durumu fark ediyorsunuz.</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yaklaşır, yanına oturur ve onu grubu...</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öğretmenime anlatır, sınıfça farkındalık...</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Konuyu görmezden gelir, kendi işime bakarım.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Mahallede Yardım Kampanyası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Mahallenizde bir aile yangın sonucu evini kaybetmiş. Camiden bir yardım kampanyası duyurusu yapılıyor. Ancak sizin de biriktirdiğiniz harçlıkla almak istediğiniz bir şey var.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Biriktirdiğim harçlığın bir kısmını yardım kamp...</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 vermek istemem ama eski kıyafet ve e...</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beni ilgilendirmez, paramı kendim için harca...</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Takımda Anlaşmazlık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spor takımınızda iki grup arasında anlaşmazlık çıkmış. Bazıları antrenöre kızgın, bazıları birbirleriyle kavga ediyor. Takım dağılma noktasına gelmiş. Yaklaşan turnuva var.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 grubu bir araya getirip konuşmalarını sağla...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Antrenörle konuşup sorunun çözümü için toplantı...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Takımdan ayrılır, başka bir etkinliğe yönelirim.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 Haftası Dayanışması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Sınav haftası yaklaşıyor. Bazı arkadaşlarınız konuları anlayamıyor ve çok endişeli. Siz ise derslere iyi çalıştınız. Arkadaşlarınız sizden yardım istiyor ama sizin de son tekrarlarınızı yapmanız lazım.</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tekrarımı erken tamamlayıp arkadaşlarıma ...</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Notlarımı paylaşır, anlamadıkları yerleri kısac...</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sınavıma odaklanır, herkesin kendi soruml...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Şi'b-i Ebî Tâlib boykotu kaç yıl sürmüştür?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1 yıl</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2 yıl</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3 yıl</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5 yıl</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Boykot sona erdiğinde kararname üzerinde ne yazıyordu?</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Hiçbir şey kalmamıştı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Sadece 'Bismikallahümme' kalmıştı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Kararname tamamen sağlamdı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imzalar kalmıştı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Boykot sırasında Müslümanlar en çok hangi sıkıntıyı çektiler?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Hava soğukluğu</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Açlık ve yiyecek bulamama</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Deprem</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Sel baskını</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Allah'ın ipine hep birlikte sımsıkı sarılın, ayrılığa düşmeyin.</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Âl-i İmrân Sûresi, 103</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Şi'b-i Ebî Tâlib'deki Müslümanların yerinde olsaydın neler hissederdin?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Hayatında birlik ve dayanışmanın fark yarattığı bir anı var mı? Paylaş.</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Çevrende dışlanan veya zor durumda olan birini gördüğünde ne yapıyorsun?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09</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Birlik ve Dayanışma Gücü</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