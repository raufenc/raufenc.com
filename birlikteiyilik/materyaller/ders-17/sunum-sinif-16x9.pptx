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Sebat ve Ders Alma</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Uhud'dan Alınan Dersler</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Uhud Gazvesi'nin sebeplerini ve sonuçlarını açıklar.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Sebat etmenin ve verilen sözde durmanın önemini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Yenilgilerden ders çıkarmanın büyüme için gerekli olduğunu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Zor zamanlarda metanet göstermenin değerini takdir 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Sebat</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Zorluklara rağmen doğru bildiği yolda kararlılıkla devam etme.</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İtaat</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Yetkili kişilerin ve liderlerin emirlerine uyma, söz dinleme.</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Metanet</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Acı ve sıkıntı karşısında sarsılmadan ayakta kalabilme gücü.</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Ders Çıkarma</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Yaşanan hatalardan ve olumsuz tecrübelerden öğrenerek kendini geliştirme.</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Disiplin</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Kurallara uyma, kendini kontrol etme ve düzenli davranma alışkanlığı.</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Sorumluluk</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Üzerine düşen görevi eksiksiz yerine getirme bilinci.</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Okçuların Tepesi</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Uhud Gazvesi, Hicret'in üçüncü yılında Müslümanlarla Mekkeli müşrikler arasında gerçekleşen ikinci büyük savaştır. Peygamber Efendimiz sallallahu aleyhi ve sellem, elli okçuyu Ayneyn tepesine yerleştirmiş ve ne olursa olsun mevzilerini terk etmemelerini emretmişti. Bu emir, savaşın kaderini belirleyecek kadar önemliydi.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Savaşın başında Müslümanlar büyük bir üstünlük sağlamış, müşrik ordusu geri çekilmeye başlamıştı. Okçular bu manzarayı görünce savaşın kazanıldığını düşündüler. Komutanları Abdullah bin Cübeyr radıyallahu anh'ın uyarılarına rağmen, okçuların büyük çoğunluğu ganimet toplamak için tepeden indi.</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Bu fırsatı değerlendiren Hâlid bin Velid, süvari birliğiyle boşalan tepeden dolanarak Müslümanların arkasına geçti. Müslümanlar iki ateş arasında kaldı ve büyük bir bozgun yaşandı. Peygamber Efendimiz sallallahu aleyhi ve sellem bizzat yaralandı, mübarek dişi kırıldı ve yüzünden kan aktı. Ancak O, bu zor anda bile metanetini hiç kaybetmedi.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yaralı hâlde bile ashabını toparlayarak geri çekilmeyi düzenli bir şekilde gerçekleştirdi. Bu acı tecrübe, Müslümanlara emirlere itaat etmenin ve sebat göstermenin ne kadar hayati olduğunu öğretti.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Gevşemeyin, üzülmeyin; eğer gerçekten iman etmiş kimseler iseniz üstün olan sizsiniz.</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Âl-i İmrân Sûresi, 139. âyet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Andolsun, Allah size Uhud'da da yardım etmişti. Hani siz güçsüz idiniz. Allah'a karşı gelmekten sakının ki şükretmiş olasınız.</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Âl-i İmrân Sûresi, 123. âyet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Gelişim</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Hatalarından ders çıkararak kişisel olgunluğa ulaşma.</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Takım Bilinci</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Bir kişinin hatasının tüm ekibi nasıl etkileyebileceğini fark etme.</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Duygusal Dayanıklılık</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Başarısızlık anında yılmadan toparlanabilme becerisi.</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Liderlik Örneği</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sellem'in zor anlardaki örnek tavrı.</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Sınav Hüsranı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Matematik sınavına çok çalıştığını düşünüyordun ama sonuç beklediğinin çok altında geldi. Arkadaşların teselli etmeye çalışıyor ama sen çok üzgünsün. Hatanın nereden kaynaklandığını düşünmeye başlıyorsun.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Sınavı inceleyip hangi konularda hata yaptığımı...</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Artık matematiği hiç sevmediğimi söyler ve çalı...</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Öğretmenin haksız soru sorduğunu düşünür, kimse...</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Maç Yenilgisi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 futbol takımındasın ve ilçe turnuvasında finale kaldınız. Finalde rakip takıma 3-0 yenildiniz. Takım arkadaşların birbirini suçluyor, herkes çok moralsiz. Kaptan olarak bir şeyler söylemen gerekiyor.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Takımı toplar, nerede hata yaptığımızı birlikte...</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diğerleri gibi suçlu ararım ve en kötü o...</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Takımdan ayrılmayı düşünürüm çünkü bu yenilgiyi...</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Proje Başarısızlığı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Bilim fuarı için haftalarca hazırladığın proje jüri tarafından beğenilmedi ve ödül alamadın. Hâlbuki çok emek vermiştin. Ödül alan projelere baktığında bazı eksiklerini fark ediyorsun.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Ödül alan projeleri inceleyip kendi projemde ne...</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Jürinin adaletsiz olduğunu düşünür ve bir daha ...</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Projeyi çöpe atarım çünkü hiçbir işe yaramamış.</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Verilen Sözden Dönme</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Arkadaşına bir kitabı ödünç verme sözü vermiştin ama başka bir arkadaşın da aynı kitabı istedi ve ona verdin. İlk arkadaşın çok kırıldı ve seninle konuşmuyor. Hatalı olduğunu anlıyorsun.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Arkadaşımdan özür diler, hatasını kabul eder ve...</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İkinci arkadaşımdan kitabı geri alıp ilk arkada...</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İkisine de 'kitabı kaybettim' derim, böylece ki...</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Uhud Gazvesi'nde Peygamber Efendimiz sallallahu aleyhi ve sellem okçuları nereye yerleştirmiştir?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Uhud Dağı'nın zirvesine</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Ayneyn tepesine</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Medine surlarının önüne</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Vadinin ortasına</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Uhud Gazvesi'nden çıkarılacak en önemli ders hangisidir?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Savaşlarda sayısal üstünlük şarttır</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Emirlere itaat ve sebat hayati önem taşır</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Her savaşta mutlaka kazanılmalıdır</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Ganimet toplamak gereklidir</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Uhud'da yaralandığında nasıl davrandı?</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Savaşı bırakıp geri çekildi</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Metanetini korudu ve ashabını toparlayarak düzenli çekilişi sağladı</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Okçuları sert bir şekilde cezalandırdı</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Medine'ye tek başına döndü</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Andolsun, Allah size Uhud'da da yardım etmişti. Hani siz güçsüz idiniz. Allah'a karşı gelmekten sakının ki şükretmiş olasınız.</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Âl-i İmrân Sûresi, 123. âyet</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Hayatında bir başarısızlıktan sonra ders çıkardığın bir anı hatırlıyor musun? Bu tecrübe seni nasıl geliştirdi?</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Verdiğin bir sözde sebat göstermekte zorlandığın bir durum yaşadın mı? Ne yaptın?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Uhud'daki okçuların yerinde olsaydın, tepeden iner miydin? Neden?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17</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Sebat ve Ders Alma</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