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Söz Vermek ve Sadakat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Verilen söze bağlılığın önemi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Akabe Bî'atlarının tarihî önemini ve içeriğini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Söz vermenin ve verilen söze bağlı kalmanın önemini kavrayabilirim.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Sadakat kavramını tanımlayabilir, hayattan örnekler verebilirim.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Güvenilir bir insan olmanın toplumda nasıl bir değer taşıdığını yorumlayabilirim.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Bîat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lidere veya ilkeye bağlılık sözü verme, söz vererek bağlanma.</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Sadakat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Verilen söze, dostluğa ve ilkelere bağlı kalma.</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Ahde Vefâ</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Yapılan anlaşmaya ve verilen söze sadık kalma.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Akabe</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Mekke yakınında Medîneli Müslümanların bîat ettiği yer.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Güven</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sözüne inanabilme ve güvenilir olma durumu.</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Sorumluluk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Verilen sözün ve üstlenilen görevin gereğini yerine getirme.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Akabe'de Verilen Söz</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hac mevsimlerinde Mekke'ye gelen kabilelere İslâm'ı anlattı. Medîneli (Yesribli) bir grup bu davete icabet etti ve Akabe'de gizlice buluşarak biat ettiler.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Medîneli Müslümanlar, hac mevsiminde Mekke'ye geldiklerinde Akabe mevkiinde Peygamber Efendimiz sallallahu aleyhi ve sellem ile gizlice buluştular. Birinci Akabe Bî'atı'nda on iki kişi, Allah'a şirk koşmamaya, hırsızlık yapmamaya, yalan söylememeye ve Peygamber Efendimiz'e itaat etmeye söz verdiler. Bu sözler, İslâm'ın temel ahlâk ilkelerini içeriyordu.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Bir yıl sonra İkinci Akabe Bî'atı'nda yetmiş üç erkek ve iki kadın Müslüman, gece karanlığında sessizce Akabe'ye geldi. Peygamber Efendimiz'e 'Canlarımızı, mallarımızı, ailelerimizi nasıl koruyorsak seni de öyle koruyacağız' diye söz verdiler. Hz. Abbas radıyallahu anh, 'Bu sözün ne anlama geldiğini biliyor musunuz? Tüm Arabistan'ı karşınıza alacaksınız' diye uyardı. Medîneliler kararlıydı.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Akabe Bî'atları, İslâm tarihinde verilen sözün kutsallığını gösteren en güçlü örneklerdendir. Medîneli Müslümanlar bu sözlerini hiçbir zaman bozmadılar. Hicret'te Peygamber Efendimiz'i bağırlarına bastılar, mallarını paylaştılar, canlarını ortaya koydular. Verilen söz, sadece bir kelime değil; onur, güven ve sorumluluktur.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Canlarımızı, ailelerimizi ve çocuklarımızı nasıl koruyorsak, seni de öyle koruyacağız!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Medîneli Müslümanlar (Akabe Bî'atı)</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Sözleşme yaptığınız zaman Allah'ın ahdini yerine getirin. Allah'ı kendinize kefil kılarak pekiştirdikten sonra yeminlerinizi bozmayın.</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Nahl Sûresi, 91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Sözünde Durma</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Verdiğin sözü ne olursa olsun yerine getirme kararlılığı.</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Güvenilirlik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Çevrende güvenilir bir insan olarak tanınma.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Sadakat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Dostlara, aileye ve ilkelere bağlı kalma.</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Cesaret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Verilen sözün sonuçlarına katlanma cesareti gösterme.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Arkadaşa Verilen Söz</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Arkadaşınıza cumartesi günü ders çalışmak için buluşacağınıza söz verdiniz. Cumartesi sabahı başka arkadaşlarınız sizi çok eğlenceli bir etkinliğe davet etti. Çok gitmek istiyorsunuz.</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verdiğim sözü tutarım, etkinliğe gid...</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arayıp durumu anlatır, buluşmamızı p...</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haber vermeden etkinliğe giderim.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 Kaptanının Sorumluluğu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 başkanı seçildiniz ve herkesin sorunlarını dinleyeceğinize, adil olacağınıza söz verdiniz. Ancak en yakın arkadaşınız haksız bir istekte bulunuyor ve sizden torpil bekliyor.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durumu açıklar, herkese adil olmaya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isteğini yerine getiririm, sonuçta ...</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 başkanlığından istifa ederim, bu kadar zo...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Sır Tutma Sözü</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Arkadaşınız size çok özel bir sırrını anlattı ve kimseye söylememenizi istedi. Başka bir arkadaşınız size 'O sana ne söyledi? Merak ediyorum' diye soruyor ve çok ısrar ediyor.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verdiğim sözü tutar, hiçbir şey söyl...</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bir kısmını söylerim, tam detay vermem.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söylerim, nasılsa duyacaktı.</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Proje Teslim Tarihi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Grup projesinde kendi bölümünüzü cuma gününe kadar tamamlayacağınıza söz verdiniz. Çarşamba günü henüz başlamamış olduğunuzu fark ediyorsunuz. Grup arkadaşlarınız size güveniyor.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çalışmaya başlar, gerekirse gece geç saat...</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 arkadaşlarıma dürüstçe durumu anlatır, bir...</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Son gün bir bahane uydururum, nasılsa hallederiz.</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Birinci Akabe Bî'atı'na kaç Medîneli Müslüman katılmıştır?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6 kişi</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12 kişi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40 kişi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73 kişi</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Bîat ne demektir?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Savaş ilanı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Bir lidere bağlılık sözü verme</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Ticaret anlaşması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Barış antlaşması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Aşağıdakilerden hangisi güvenilir bir insanın özelliği değildir?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Sözünde durmak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Dürüst olmak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Sık sık söz verip tutmamak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Sorumluluk almak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Sözleşme yaptığınız zaman Allah'ın ahdini yerine getirin. Allah'ı kendinize kefil kılarak pekiştirdikten sonra yeminlerinizi bozmayın.</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Nahl Sûresi, 91</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Verdiğin bir sözü tutamadığın bir zaman oldu mu? O zaman ne hissettin?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Sana söz verip sözünü tutmayan birini hatırlıyor musun? Bu seni nasıl etkiledi?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Güvenilir bir insan olmak senin için ne ifade ediyor?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Söz Vermek ve Sadakat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