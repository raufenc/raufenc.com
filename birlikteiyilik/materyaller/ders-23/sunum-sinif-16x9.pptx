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Af ve Merhamet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En Büyük Zafer, En Büyük Af</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Mekke'nin fethinin nasıl gerçekleştiğini ve genel affı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Affetmenin intikamdan daha güçlü ve etkili olduğunu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Güçlüyken merhamet göstermenin yüceliğini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Af ve merhametin toplumsal barışa katkısını değerlendirir.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Af</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Haksızlık yapan kişiyi cezalandırma gücü varken bağışlama ve intikamdan vazgeçme.</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Merhamet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Başkalarının acısını hissederek onlara şefkat ve iyilikle yaklaşma.</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Tevazu</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Başarı ve zafer anında bile kibirlenmeyip alçak gönüllü olma.</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Bağışlama</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Kırgınlıkları geride bırakarak kalbi kin ve nefretten arındırma.</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Barış</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İnsanlar arasında huzur, güven ve uyumun sağlanması.</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Kerem</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Cömertlik, asâlet ve büyüklük göstererek insanlara iyi davranma.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Mekke'nin Fethi ve Genel Af</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Hicret'in sekizinci yılında Kureyş müşriklerinin Hudeybiye Antlaşması'nı bozması üzerine Peygamber Efendimiz sallallahu aleyhi ve sellem on bin kişilik bir orduyla Mekke üzerine yürüdü. Yıllarca kendisine ve ashâbına zulüm, işkence ve sürgün yapan şehre dönüş zamanı gelmişti.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Mekke'ye girerken başını secde eder gibi eğmiş, tevazu ile ilerlemişti. Tarihte benzeri görülmemiş bir şekilde şehir neredeyse hiç kan dökülmeden fethedildi. Kâbe putlardan temizlendi ve tevhid inancı tekrar hâkim kılındı. Bu, İslâm tarihinin en büyük zaferlerinden biriydi.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Fetihten sonra Kureyşliler Peygamber Efendimiz sallallahu aleyhi ve sellem'in huzurunda toplandı. Yıllarca O'na ve Müslümanlara akla gelmez zulümler yapmışlardı. Herkes büyük bir korku içindeydi; intikam alınacağını düşünüyorlardı. Peygamber Efendimiz sallallahu aleyhi ve sellem onlara 'Bugün size ne yapacağımı zannediyorsunuz?' diye sordu. 'Sen kerim bir kardeşsin, kerim bir kardeşin oğlusun' dediler.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tarihe altın harflerle yazılan şu sözleri buyurdu: 'Bugün size kınama yoktur. Gidiniz, hepiniz serbestsiniz!' Bu emsalsiz af, pek çok Kureyşlinin kalbini İslâm'a ısındırdı ve Ebû Süfyân dahil birçok kişi Müslüman oldu. Bu olay, gücü elinde tutarken affetmenin ne kadar yüce bir erdem olduğunun en parlak örneğidir.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Bugün size kınama yoktur. Gidiniz, hepiniz serbestsiniz!</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Onlar affetsinler, hoş görsünler. Allah'ın sizi bağışlamasını istemez misiniz? Allah çok bağışlayandır, çok merhamet edendir.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Nûr Sûresi, 22.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Kişisel Af</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Sana kötülük yapanlara karşı kalbindeki kini bırakabilme.</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Barış</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Affın toplumda huzur ve birliktelik sağlaması.</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Güçlüyken Merhamet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İntikam alma gücü varken affetmeyi seçmenin yüceliği.</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Dönüştürücü Güç</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Affın düşmanları dosta çevirme gücü.</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 İhaneti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yakın arkadaşın senin sırrını başkalarına anlatmış ve herkes bunu konuşuyor. Çok kırıldın ve ona güvenin sarsıldı. Arkadaşın gelip ağlayarak özür diliyor ve bir daha yapmayacağına söz veriyor.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Kırıldığımı söyler ama özürünü kabul ederim; gü...</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Onun da bir sırrını öğrenip başkalarına anlatır...</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daha onunla hiç konuşmam ve arkadaşlığımızı...</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Kardeş Meselesi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Küçük kardeşin senin en değer verdiğin model uçağını düşürüp kırmış. Saatlerce emek vermiştin o modele. Kardeşin çok korkmuş ve köşeye sinmiş, ağlıyor.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Üzüldüğümü söylerim ama kardeşimin korkmasına ü...</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Kardeşime bağırır ve bir daha odama girmesini y...</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şikâyet eder, kardeşimin cezalandırılmas...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Öğretmenin Haksızlığı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Öğretmenin seni yanlışlıkla herkesin önünde azarladı ve konuşmadığın bir konuda suçladı. Çok utandın. Ders sonunda öğretmenin yanılmış olduğunu anladı ve özür diledi.</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Özrünü kabul ederim; herkes hata yapabilir diye...</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Özrünü kabul etmem, bir daha o dersi sevmem.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Aileme şikâyet ederek öğretmenin cezalandırılma...</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Turnuva Rakibi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Satranç turnuvasında rakibin seni yenmek için hile yapmış ve bunu hakeme ispatlayamadın. Turnuvayı kaybettin. Bir süre sonra o arkadaşın gelip hile yaptığını itiraf ediyor ve çok pişman olduğunu söylüyor.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Pişmanlığını kabul eder, doğruyu söylediği için...</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Affetmem, herkesin önünde hile yaptığını ilan e...</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dahaki turnuvada ben de hile yaparım.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Mekke'nin fethi Hicret'in kaçıncı yılında gerçekleşmiştir?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Altıncı yıl</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Yedinci yıl</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Sekizinci yıl</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Dokuzuncu yıl</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fetihten sonra Kureyşlilere ne buyurmuştur?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Hepiniz cezalandırılacaksınız</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Mekke'yi terk edin</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Bugün size kınama yoktur, gidiniz hepiniz serbestsiniz</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Fidye ödemeniz gerekir</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Mekke'ye girerken nasıl bir tavır sergilemiştir?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Zafer coşkusuyla bağırmıştır</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Başını secde eder gibi eğerek tevazu göstermiştir</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Atının üzerinde kibirli bir şekilde ilerlemiştir</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Şehre girmeden beklemiştir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Onlar affetsinler, hoş görsünler. Allah'ın sizi bağışlamasını istemez misiniz? Allah çok bağışlayandır, çok merhamet edendir.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Nûr Sûresi, 22.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Birini affetmekte zorlandığın bir durum oldu mu? Sonunda ne yaptın?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Sana kötülük yapan birini affettiğinde nasıl hissedersin? Af kalbini hafifletir mi?</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düşmanlarını affetmesi seni nasıl etkiliyor?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23</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 ve Merhamet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