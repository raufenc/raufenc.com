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Kimlik ve Anlam</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İsimlerin Hikmeti ve Kişiliğin Yansıması</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mübarek isimlerini ve anlamlarını bilir.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İsimlerin kişiliği yansıtma gücünü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Kendi isminin anlamını araştırarak kimlik bilincini geliştirir.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İsimlerin arkasındaki hikmet ve derin anlamları keşfeder.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Muhammed</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'Çok övülen, övülmeye en layık olan' anlamında Peygamber Efendimiz sallallahu aleyhi ve sellem'in en meşhur ismi.</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Ahmed</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'En çok hamdeden ve en çok övülen' anlamında olup Hz. İsa aleyhisselam tarafından müjdelenen isimdir.</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Mustafa</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'Seçilmiş, arınmış' anlamına gelen isim; Allah Teâlâ'nın O'nu bütün insanlar arasından seçtiğini ifade eder.</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Mahmud</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'Övülmüş, övgüye layık' anlamındaki isim; kıyamet gününde şefaat makamıyla ilişkili olan Makam-ı Mahmud'un sahibi.</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Kimlik</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kişiyi tanımlayan isim, değerler, inançlar ve kişilik özelliklerinin bütünü.</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Hikmet</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Her şeyin ardındaki derin anlam, sebep ve Allah'ın koyduğu ince sırlar.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Her İsmin Bir Hikmeti Var</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Peygamber Efendimiz sallallahu aleyhi ve sellem birçok mübarek isme sahiptir. Bu isimlerden her biri O'nun farklı bir yüce sıfatını ve görevini yansıtır. Kur'an-ı Kerim'de ve hadis-i şeriflerde geçen bu isimler, O'nun benzersiz konumunu ve üstün ahlâkını ortaya koyar.</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sellem'in en bilinen ismi 'Muhammed'dir ve 'çok övülen, övülmeye en layık olan' anlamına gelir. Bu isim, O'nun doğumundan önce dedesi Abdülmuttalib tarafından konulmuştu. Abdülmuttalib, torununa bu ismi verirken 'Yerde ve gökte övülsün' diye dua etmişti. Gerçekten de tarih boyunca hiç kimse Peygamber Efendimiz sallallahu aleyhi ve sellem kadar övülmemiş ve sevilmemiştir.</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sellem'in bir diğer ismi 'Ahmed'dir; 'en çok hamdeden ve en çok övülen' anlamına gelir. 'Mustafa' ismi 'seçilmiş, arınmış' demektir; Allah Teâlâ O'nu bütün insanlar arasından seçmiştir. 'Mahmud' ismi de 'övülmüş, övgüye layık' anlamındadır. Her bir isim, O'nun farklı bir güzel sıfatını ve yüce makamını ifade eder.</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kendisi hakkında şöyle buyurmuştur: 'Benim birçok ismim vardır. Ben Muhammed'im, Ahmed'im. Ben insanları arkamdan toplayan Hâşir'im. Ben küfrün ardından gelen Mâhî'yim. Ben son peygamber Âkıb'ım.' Bu isimler, O'nun peygamberlik görevinin farklı yönlerini anlatır.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Benim birçok ismim vardır. Ben Muhammed'im, Ahmed'im, Mâhî'yim, Hâşir'im, Âkıb'ım.</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İsrailoğullarından İsa da 'Ey İsrailoğulları! Ben Allah'ın size gönderilmiş peygamberiyim. Benden sonra gelecek ve adı Ahmed olacak bir peygamberi müjdeliyorum' demişti.</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Saff Sûresi, 6. ayet-i kerime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Boyut</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Kendi isminin ve kimliğinin anlamını keşfetmek, isminin taşıdığı değerlere layık yaşamaya çalışmak.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Kültürel Boyut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İslam geleneğinde isimlerin önemini ve güzel isim koymanın sünnet olduğunu bilmek.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Ahlâkî Boyut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İsminin anlamına uygun bir karakter geliştirmek ve bu değerleri hayata geçirmek.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Manevî Boyut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Peygamber Efendimiz sallallahu aleyhi ve sellem'in her isminin taşıdığı hikmeti anlamak ve O'na olan muhabbeti artırmak.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İsimle Alay</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Sınıfındaki bir arkadaşının ismi eski ve alışılmadık bir isim. Bazı öğrenciler onun ismiyle dalga geçiyor ve ona takma ad takıyor. Arkadaşın bu durumdan çok rahatsız oluyor ve ismini değiştirmek istediğini söylüyor.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isminin güzel bir anlamı olduğunu söyler, birlikte isminin anlamın...</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Dalga geçmem ama arkadaşıma da bir şey söylemem, kendi işime bakarım.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Belki de takma ad kullanması daha iyi olur diye düşünürüm.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İsim Seçimi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Komşunuzun yeni bebeği oldu ve isim arıyorlar. Sana 'Hangi ismi önerirsin?' diye soruyorlar. Bazıları yabancı popüler isimleri, bazıları anlamlı Türk-İslam isimlerini öneriyor.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Peygamber Efendimiz sallallahu aleyhi ve sellem'in güzel isim koyma sünnetini...</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Popüler olan isimlerden birini öneririm, çünkü çocuk okula gidince kolay olur.</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İsim koyma konusu beni ilgilendirmez, karar onlarındır, bir şey önermem.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Kimlik Karmaşası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Arkadaşın sosyal medyada sürekli başka birine benzemeye çalışıyor: saçını, kıyafetini, konuşma tarzını bir ünlüye benzetiyor. Kendi ismini bile kullanmıyor, takma isim kullanıyor. Kendini olduğu gibi kabul etmekte zorlanıyor.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herkesin kendine özgü değerleri olduğunu, isminin ve kimliğinin gü...</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Onun tercihidir, karışmam ama endişelenirim.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 yapıyor, sorun yok derim.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Miras ve Anlam</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Aile büyüklerin senin ismini özel bir sebeple koyduklarını anlattılar. İsmin, vefat eden büyük dedenin ismiymiş ve çok anlamlı bir hikâyesi varmış. Ama sen bu ismi eskimiş buluyorsun.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İsmimin hikâyesini dinler, büyük dedem hakkında daha çok şey öğrenirim. İsmim...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Hikâyeyi dinlerim ama yine de takma ad kullanmaya devam ederim.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Eskimiş bir isim benim tarzım değil, değiştirmek isterim.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'Muhammed' isminin anlamı nedir?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Güçlü ve cesur</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Çok övülen, övülmeye en layık olan</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Işık saçan</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Galip gelen</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sellem'e 'Muhammed' ismini kim vermiştir?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Babası Abdullah</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Annesi Âmine</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Dedesi Abdülmuttalib</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Amcası Ebu Talib</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Saff Sûresi 6. ayet-i kerimede Peygamber Efendimiz sallallahu aleyhi ve sellem'in hangi özelliği vurgulanır?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Son peygamber olması</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Hz. İsa aleyhisselam tarafından Ahmed ismiyle müjdelenmesi</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Mekke'de doğması</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Çok ibadet etmesi</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İsrailoğullarından İsa da 'Ey İsrailoğulları! Ben Allah'ın size gönderilmiş peygamberiyim. Benden sonra gelecek ve adı Ahmed olacak bir peygamberi müjdeliyorum' demişti.</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Saff Sûresi, 6. ayet-i kerime</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Senin isminin anlamını biliyor musun? İsminin anlamı seni nasıl etkiliyor?</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isimlerinden hangisi seni en çok etkiliyor? Neden?</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İsmin kişiliğini yansıtır mı? İsminin anlamına uygun yaşadığını düşünüyor musun?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27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Kimlik ve Anlam</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