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Sabır ve Diplomasi</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Görünmeyen Zafer</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Hudeybiye Antlaşması'nın şartlarını ve sonuçlarını değerlendirir.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Sabrın uzun vadede büyük sonuçlar doğurabileceğini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Diplomasinin kaba kuvvetten daha etkili olabileceğini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Anlık duygularla değil, akılla ve sabırla karar vermenin önemini fark 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Sabır</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Zorlu durumlarda acele etmeden, metanetle bekleme ve doğru zamanı kollama erdemi.</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Diplomasi</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Sorunları diyalog ve müzakere yoluyla, savaşmadan çözme yöntemi.</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Uzun Vadeli Düşünme</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Anlık kazanımlar yerine gelecekteki büyük faydaları gözetme.</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Tevekkül</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Elinden geleni yaptıktan sonra sonucu Allah'a bırakma.</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Müzakere</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Karşılıklı konuşarak ortak bir çözüm bulmaya çalışma süreci.</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Hikmet</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Olayların görünmeyen yönlerini kavrayarak doğru karar verebilme.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Hudeybiye'de Sabır İmtihanı</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Hicret'in altıncı yılında Peygamber Efendimiz sallallahu aleyhi ve sellem bin dört yüz sahâbîyle birlikte umre yapmak üzere Mekke'ye doğru yola çıktı. Ancak Kureyş müşrikleri Müslümanları Mekke'ye sokmamak için yollarını kesti. Hudeybiye denilen yerde konaklayan Müslümanlarla müşrikler arasında zorlu müzakereler başladı.</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Müzakereler sonucunda bir antlaşma yapıldı. Antlaşmanın şartları Müslümanların aleyhine görünüyordu: Bu yıl umre yapamayacaklar, gelecek yıl gelecekler; Mekke'den Medine'ye sığınan Müslümanlar geri gönderilecek ama Medine'den Mekke'ye giden geri istenmeyecekti. Bu şartlar sahâbîleri çok üzdü.</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Hz. Ömer radıyallahu anh dayanamayıp Peygamber Efendimiz sallallahu aleyhi ve sellem'e gelerek 'Biz hak üzere değil miyiz? Neden bu zillete razı oluyoruz?' diye sordu. Peygamber Efendimiz sallallahu aleyhi ve sellem ise sabırla 'Ben Allah'ın Resûlüyüm, O'na isyan etmem. O beni zayi etmeyecektir' buyurdu. Bu, sabrın ve Allah'a güvenin en büyük örneklerinden biriydi.</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Kısa süre sonra bu antlaşmanın ne kadar hikmetli olduğu ortaya çıktı. İki yıl içinde Müslümanların sayısı katlandı, barış ortamında İslâm hızla yayıldı. Kur'an-ı Kerim bu antlaşmayı 'apaçık bir fetih' olarak nitelendirdi.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Ben Allah'ın Resûlüyüm, O'na isyan etmem. O beni zayi etmeyecektir.</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Biz sana apaçık bir fetih verdik.</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Fetih Sûresi, 1. âyet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Duygusal Olgunluk</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Anlık öfkeye kapılmadan sağduyuyla hareket etme.</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Stratejik Sabır</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Bugün kaybetmiş gibi görünen adımın yarın zafer getireceğini bilme.</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İletişim Becerisi</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Zor zamanlarda bile karşı tarafla konuşmayı sürdürme.</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Güven ve Tevekkül</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Allah'a güvenerek doğru yolda sebat etme.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Adaletsiz Kural</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 yeni bir kural konuldu: Teneffüslerde bahçeye çıkmak yasaklandı. Sınıfça çok kızdınız. Bazı arkadaşların kurala uymamayı ve protesto etmeyi öneriyor. Sen ise kuralın sebebini öğrenmek istiyorsun.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Sınıf başkanı olarak müdür yardımcısından randevu alır, kuralın sebebini sora...</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Arkadaşlarımla birlikte kurala uymayı reddeder ve bahçeye çıkarım.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Hiç ses çıkarmam, ne derlerse ona uyarım.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Kardeş Kavgası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Küçük kardeşin senin en sevdiğin kalemlerini izinsiz almış ve birini kırmış. Çok sinirlisin ve bağırmak istiyorsun. Annen seni sakinleşmen için odana gönderdi.</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Sakinleşince kardeşimle konuşur, eşyalarımı izinsiz almamasını nazikçe söyler...</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Kardeşimin eşyalarından birini saklarım, o da nasıl hissedildiğini anlasın.</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Anneme şikâyet ederim ve kardeşimi cezalandırmasını isterim.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Takım Seçimi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Beden eğitimi dersinde takım seçimi yapılıyor ve sen en son seçilen kişi oldun. Çok kırıldın ve bir daha oynamak istemiyorsun. Ama öğretmen seni oyuna dahil etmeye çalışıyor.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Kırıldığımı kabul eder ama oyuna katılırım; iyi oynayarak kendimi göstermeye ...</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Oynamayı reddeder ve kenara oturur, hiç kimseyle konuşmam.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Beni seçmeyen arkadaşları suçlar ve onlarla tartışırım.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Uzun Sıra</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Kantinde çok uzun bir sıra var ve teneffüs bitmek üzere. Arkadaşın sıranın önünde bir tanıdığının yanına gidip araya girmeyi öneriyor. Ama diğer öğrencilerin de beklediğini görüyorsun.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Sıraya saygı gösterir, sıramı beklerim; yetişmezse bir dahaki teneffüste alırım.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Arkadaşımla birlikte araya girerim, kimse fark etmez.</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Sıradan çıkar ve kantinden bir şey almaktan vazgeçerim.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Hudeybiye Antlaşması Hicret'in kaçıncı yılında yapılmıştır?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Dördüncü yıl</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Beşinci yıl</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Altıncı yıl</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Yedinci yıl</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Kur'an-ı Kerim bu antlaşmayı nasıl nitelendirmiştir?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Büyük bir imtihan</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Apaçık bir fetih</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Zorlu bir sınav</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Stratejik bir geri çekilme</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sellem'in Hudeybiye'deki tavrından ne öğreniyoruz?</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Her zaman savaşmak gerekir</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Anlık duygularla değil, sabır ve hikmetle karar vermek gerekir</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Antlaşmalara güvenilmez</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Geri adım atmak zayıflıktır</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Biz sana apaçık bir fetih verdik.</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Fetih Sûresi, 1. âyet</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Bir durumda sabırsızlanıp acele karar verdiğin için pişman olduğun bir anın var mı?</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Kavga etmek yerine konuşarak çözdüğün bir sorun oldu mu? Nasıl hissettin?</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Anlık olarak kötü görünen ama sonradan iyi sonuçlanan bir olayı hatırlıyor musun?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19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Sabır ve Diplomasi</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