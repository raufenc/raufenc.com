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Sevgi ve Muhabbet</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Peygamber Efendimiz'i Tanımak ve Sevmek</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fizikî ve manevî güzelliklerini tanır.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Hilye-i Saâdet geleneğinin İslam kültüründeki önemini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sevgisinin imanın bir parçası olduğunu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Sevgi ve muhabbeti günlük hayatında ifade etme yollarını geliştirir.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Hilye-i Saâdet</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fizikî ve manevî özelliklerini anlatan tasvir ve rivayetlerin genel adı.</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Muhabbet</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Derin, samimi ve karşılıklı sevgi; özellikle Peygamber Efendimiz sallallahu aleyhi ve sellem'e duyulan içten bağlılık.</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Heybet</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kişinin varlığıyla çevresinde uyandırdığı saygı ve etkileyicilik hâli.</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Tebessüm</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İçten gelen nazik gülümseme; Peygamber Efendimiz sallallahu aleyhi ve sellem'in sünneti olan güler yüzlülük.</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Nur</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İlâhî ışık, parlaklık; Peygamber Efendimiz sallallahu aleyhi ve sellem'in yüzündeki manevî aydınlık.</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Tevazu</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Alçak gönüllülük, kibirlenmemek; Peygamber Efendimiz sallallahu aleyhi ve sellem'in en belirgin ahlâk özelliklerinden biri.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Hz. Ali'nin Gözünden Peygamber Efendimiz</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Hilye-i Saâdet, Peygamber Efendimiz sallallahu aleyhi ve sellem'in fizikî ve manevî özelliklerini anlatan rivayetlerin genel adıdır. Hz. Ali radıyallahu anh, Peygamber Efendimiz sallallahu aleyhi ve sellem'i bizzat tanıyan ve O'nunla birlikte yaşayan bir sahabi olarak O'nu en güzel şekilde tasvir etmiştir.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Hz. Ali radıyallahu anh'a 'Bize Peygamber Efendimiz sallallahu aleyhi ve sellem'i anlat' denildiğinde, gözleri dolar ve O'nu tarif etmeye başlardı. 'Peygamber Efendimiz sallallahu aleyhi ve sellem ne çok uzun ne çok kısa idi, orta boylu idi. Saçları ne çok kıvırcık ne çok düz idi. Mübarek yüzü dolunay gibi parlardı. Yürüdüğünde sanki yokuş aşağı iner gibi hızlı yürürdü' derdi.</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Hz. Ali radıyallahu anh, O'nun ahlâkını anlatırken şöyle derdi: 'İnsanların en güler yüzlüsü, en güzel ahlâklısı idi. Herkese karşı yumuşak ve merhametli idi. Kibirli değildi, alçak gönüllü idi. O'nu ansızın gören kimse heybetinden ürperirdi, O'nu tanıyıp sohbetinde bulunan ise O'nu severdi. O'nu tarif etmeye çalışan: Ondan önce de sonra da O'nun gibisini görmedim, derdi.'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 görenler O'nun nurlu yüzünü ve tatlı tebessümünü asla unutamazdı. O'nun güzelliği sadece dış görünüşünde değil, ahlâkında, davranışlarında ve insanlara olan muamelesinde de kendini gösterirdi. O'nu seven sahabiler, O'na olan muhabbetlerini hayatları boyunca sürdürdüler.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O'nu ansızın gören kimse heybetinden ürperirdi, O'nu tanıyıp sohbetinde bulunan ise O'nu severdi.</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Hz. Ali radıyallahu anh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Hiçbiriniz, ben kendisine anasından, babasından, çocuklarından ve bütün insanlardan daha sevgili olmadıkça tam iman etmiş olmaz.</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Hadis-i Şerif (Buhârî, Müslim)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Boyut</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Peygamber Efendimiz sallallahu aleyhi ve sellem'i tanıyarak O'na karşı içten bir sevgi ve bağlılık geliştirmek.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Kültürel Boyut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Hilye geleneğinin İslam sanatı ve kültüründeki yerini tanımak, bu geleneği yaşatmak.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Ahlâkî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Peygamber Efendimiz sallallahu aleyhi ve sellem'in güzel ahlâkını örnek alarak kendi karakterini güzelleştirmek.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Boyut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Güler yüz, tebessüm ve sevgi ile insanlarla ilişkiler kurmak; sevgiyi ifade etmeyi öğrenmek.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Sevgiyi İfade Etmek</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Anneni çok seviyorsun ama hiçbir zaman ona 'Seni seviyorum' demiyorsun. Arkadaşların da ailelerine sevgilerini ifade etmekte zorlanıyor. Bir gün derste Peygamber Efendimiz sallallahu aleyhi ve sellem'in sevdiklerine sevgisini açıkça ifade ettiğini öğreniyorsun.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Eve gidince anneme sarılır, onu ne kadar sevdiğimi söylerim. Sevgiyi ifade et...</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İçimden severim ama söylemem, utanırım.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Erkekler sevgisini belli etmez diye düşünürüm.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Güler Yüzün Gücü</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yeni bir döneme başladınız. Sınıfta herkes kendi grubunda oturuyor, yalnız kalan öğrenciler var. Sen genellikle ciddi ve mesafeli durursun. Peygamber Efendimiz sallallahu aleyhi ve sellem'in herkese tebessüm ettiğini hatırlıyorsun.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Herkese güler yüzle yaklaşır, yalnız kalan arkadaşlara tebessümle selam verir...</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Tanıdıklarıma güler yüz gösteririm ama yabancılarla ilgilenmem.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Ciddi durmak daha saygın bir görüntü verir diye düşünürüm.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Peygamber Sevgisi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arkadaşın 'Peygamber Efendimiz sallallahu aleyhi ve sellem'i hiç görmedik, nasıl sevelim?' diyor. Bazı arkadaşların da benzer soruları var. Peygamber sevgisinin iman ile olan bağını düşünüyorsun.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Peygamber Efendimiz sallallahu aleyhi ve sellem'i tanımanın yollar...</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Haklı, görmediğimiz birini sevmek zordur derim.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Bu tür soruları sormamak gerekir diye uyarırım.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İç ve Dış Güzellik</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Sınıfında çok yakışıklı/güzel ama kaba davranan bir öğrenci var. Bir de görünüşü sıradan ama çok nazik, yardımsever ve güler yüzlü bir arkadaşın var. Bir tartışmada 'Önemli olan dış görünüştür' diyen birileri çıkıyor.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Peygamber Efendimiz sallallahu aleyhi ve sellem'in hem dış hem iç güzelliğe s...</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İkisi de önemli derim ama hangisinin daha önemli olduğunu belirtmem.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Dış güzellik daha önemli, ilk izlenim önemlidir derim.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Hilye-i Saâdet ne demektir?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Peygamber Efendimiz sallallahu aleyhi ve sellem'in soy ağacı</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Peygamber Efendimiz sallallahu aleyhi ve sellem'in fizikî ve manevî özelliklerinin tasviri</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Peygamber Efendimiz sallallahu aleyhi ve sellem'in savaşları</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Peygamber Efendimiz sallallahu aleyhi ve sellem'in hicret yolu</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'O'nu ansızın gören ürperirdi, tanıyan severdi' sözü neyi ifade eder?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Peygamber Efendimiz sallallahu aleyhi ve sellem'in korku salmasını</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Hem heybet hem muhabbet sahibi olmasını</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İnsanlardan uzak durmasını</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Sadece tanıdıklarıyla konuşmasını</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Tebessümün sadaka sayılması neyi gösterir?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Sadakanın sadece para ile olduğunu</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Güler yüzün ve iyiliğin de bir ibadet olduğunu</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Herkesin gülebilmesi gerektiğini</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Sadakanın kolay olduğunu</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Hiçbiriniz, ben kendisine anasından, babasından, çocuklarından ve bütün insanlardan daha sevgili olmadıkça tam iman etmiş olmaz.</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Hadis-i Şerif (Buhârî, Müslim)</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hangi özelliği seni en çok etkiliyor?</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Güler yüzlü olmak hayatını nasıl değiştirebilir?</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Sevdiklerine sevgini ne kadar ifade edebiliyorsun? Bu konuda kendini nasıl geliştirebilirsin?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28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Sevgi ve Muhabbet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