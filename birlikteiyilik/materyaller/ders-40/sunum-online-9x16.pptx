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Sabır ve Nefis Terbiyesi</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Oruç ile İradeyi Güçlendirmek</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Orucun farz kılınışını ve hikmetlerini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Sabrın ve nefis terbiyesinin önemini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Orucun empati geliştirme ve cömertlik boyutunu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İrade eğitiminin günlük hayattaki faydalarını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Oruç</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İmsak vaktinden iftar vaktine kadar yeme, içme ve diğer orucu bozan şeylerden uzak durmak.</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Sabır</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Zorluklar karşısında metanetli olmak, dayanmak ve şikâyet etmemek.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Nefis Terbiyesi</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İnsanın kendi istek ve arzularını kontrol altına alması.</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Takvâ</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Allah'tan sakınmak, O'nun emirlerine uyup yasaklarından kaçınmak.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İrade</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Kendi davranışlarını bilinçli olarak yönetebilme gücü.</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Empati</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Başkalarının duygularını ve durumlarını anlama yeteneği.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Ramazan Rüzgârı Gibi Cömert</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her zaman cömert idi, ancak Ramazan ayında cömertliği daha da artardı. Oruç, sadece aç kalmak değil; iradeyi güçlendirmek, empati geliştirmek ve nefsi terbiye etmek demekti.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İbn Abbas radıyallahu anh anlatıyor: 'Peygamber Efendimiz sallallahu aleyhi ve sellem insanların en cömerti idi. En cömert olduğu zaman da Ramazan'da Cebrâil aleyhisselâm ile buluştuğu zamandı. Cebrâil aleyhisselâm Ramazan'ın her gecesi O'na gelir, birlikte Kur'an-ı Kerim'i müzâkere ederlerdi. Peygamber Efendimiz sallallahu aleyhi ve sellem o günlerde esen rüzgârdan daha cömert olurdu.'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Oruç, insana sabrı ve iradeyi öğretir. Gün boyunca yemekten, içmekten uzak durmak kolay değildir. Ama bu zorluk insana nefsini kontrol etmeyi, isteklerini ertelemeyi ve daha güçlü bir irade sahibi olmayı öğretir. Peygamber Efendimiz sallallahu aleyhi ve sellem 'Oruç bir kalkandır' buyurarak orucun kötülüklerden koruduğunu bildirmiştir.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Ayrıca oruç empati geliştirmeyi de sağlar. Aç kalmanın ne demek olduğunu bilen insan, yoksulların hâlini daha iyi anlar. Bu anlayış, cömertliğe ve paylaşmaya dönüşür. Ramazan ayı böylece sabır, ibadet ve dayanışmanın bir arada yaşandığı mübarek bir ay olur.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Peygamber Efendimiz sallallahu aleyhi ve sellem Ramazan'da esen rüzgârdan daha cömert olurdu.</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İbn Abbas radıyallahu anh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Ey iman edenler! Oruç sizden öncekilere farz kılındığı gibi size de farz kılındı. Umulur ki takvâya erersiniz.</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Bakara Sûresi, 183.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Oruçla irade ve sabır eğitimi alarak kişisel olgunluğa ulaşmak.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Oruçla Allah'a yakınlaşmak ve takvâ bilinci kazanmak.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Oruçla empati geliştirerek toplumsal dayanışmaya katkıda bulunmak.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Sağlık Boyutu</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Orucun beden sağlığına olan olumlu etkilerini anlamak.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Oruç ve Arkadaş Ortamı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Ramazan'da oruç tutuyorsun. Teneffüste arkadaşların senin önünde yiyip içiyor ve 'Bırak, kimse görmez' diye dalga geçiyorlar.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Dayanamayıp orucumu bozarım.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Sabırla orucuma devam eder, arkadaşlarıma saygılı bir şekilde oruç tuttuğumu ...</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kızar ve onlara bağırırım.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Sabrın Sınırları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bir arkadaşın sana sürekli takılıyor ve sinir ediyor. Normalde hemen tepki verirdin ama bugün oruçlusun ve sakin olmaya çalışıyorsun.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Oruçlu olsam da karşılık veririm.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oruçluyum' der, sakinliğimi korur ve orucumun sabrını hatırlarım.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aldırmadan uzaklaşırım ama içimden kızarım.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Ramazan Paylaşımı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Ramazan'da mahallenizde yalnız yaşayan yaşlı bir komşunuz var. Annen 'İftar yemeği götürelim mi?' diyor ama sen arkadaşlarınla online oyun oynamak istiyorsun.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Oyun oynamaya devam ederim, annem götürsün.</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 komşuya birlikte götürür, onunla biraz sohbet 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'Sonra götürürüz' derim ama götürmeyiz.</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İrade Testi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Oruç tutmadığın bir günde çok sevdiğin bir yiyeceği yemeye karar verdin. Ama tam o sırada daha sağlıklı beslenmen gerektiğini hatırlıyorsun.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Sevdiğim yiyeceği yerim, bir kereden bir şey olmaz.</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İrademi kullanır, sağlıklı olan seçeneği tercih ederim.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Önce sevdiğimi yer, sonra sağlıklı olanı yerim.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İbn Abbas radıyallahu anh, Peygamber Efendimiz sallallahu aleyhi ve sellemin Ramazan'daki cömertliğini neye benzetmiştir?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Yağmura</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Denize</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Esen rüzgâra</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Güneşe</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oruç hakkında ne buyurmuştur?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'Oruç bir yüktür'</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'Oruç bir kalkandır'</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'Oruç bir hediyedir'</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'Oruç bir sınırdır'</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Orucun empati boyutu ne anlama gelir?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Başkalarına yemek vermek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Aç kalmanın ne demek olduğunu anlayarak yoksulların hâlini hissetmek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Zengin olmak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Ramazan'da yardım etmek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Ey iman edenler! Oruç sizden öncekilere farz kılındığı gibi size de farz kılındı. Umulur ki takvâya erersiniz.</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Bakara Sûresi, 183.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Oruç tutarken en çok zorlandığın an ne oluyor ve nasıl dayanıyorsun?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Sabır göstermen gereken günlük bir durumu anlat.</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Aç kaldığında yoksulları düşünüyor musun? Bu seni nasıl etkiliyor?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40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Sabır ve Nefis Terbiyesi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