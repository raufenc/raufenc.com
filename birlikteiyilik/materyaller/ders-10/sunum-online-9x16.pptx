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Empati ve Teselli</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Acıları paylaşmak ve birbirimize teselli vermek</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Hüzün Senesi'nin tarihî önemini ve Peygamber Efendimiz'in yaşadığı kayıpları açıklayabilirim.</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Empati kavramını tanımlayabilir ve günlük hayattan örnekler verebilirim.</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Acı çeken birine nasıl teselli verilebileceğini öğrenebilirim.</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Efendimiz'in Tâif'te gösterdiği merhametin büyüklüğünü yorumlayabilirim.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Empati</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Başkasının duygularını anlamaya çalışma ve kendini onun yerine koyma becerisi.</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Teselli</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Üzüntülü birine destek olup acısını hafifletmeye çalışma.</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Hüzün Senesi</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Efendimiz'in Hz. Hatice validemizi ve Ebû Tâlib'i kaybettiği yıl.</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Merhamet</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Acı çekenlere karşı duyulan şefkat ve yardım etme isteği.</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Sabır</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Acılara ve zorluklara karşı metanet gösterme.</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Af</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Kendisine kötülük yapanlara karşı intikam duygusundan vazgeçme.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Hüzün Senesinde Peygamber Efendimiz</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peygamberliğin onuncu yılında hem en büyük destekçisi Ebû Tâlib'i hem de en sevgili eşi Hz. Hatice validemizi kısa aralıklarla kaybetti. Bu dönem 'Hüzün Senesi' olarak anılır.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Hatice validemiz radıyallahu anha, Peygamber Efendimiz sallallahu aleyhi ve sellem'e ilk iman eden, O'nun her zor anında yanında olan, malını ve canını ortaya koyan mübarek bir hanımefendiydi. O'nun vefatı, Peygamber Efendimiz'i derinden üzdü. Ardından amcası Ebû Tâlib de vefat etti. Hem ailesinden hem de toplumsal koruyucusundan mahrum kalan Peygamber Efendimiz, büyük bir hüzün yaşadı.</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Bu acı dönemde Peygamber Efendimiz sallallahu aleyhi ve sellem, İslâm'ı anlatmak için Tâif'e gitti. Ancak Tâifliler O'nu dinlemedikleri gibi çocuklara taşlattılar. Mübarek ayaklarından kan akarken bir bağda dinlendi. Allah celle celâlühû, dağlardan sorumlu meleği gönderdi ve 'Dilersen şu iki dağı üzerlerine kapatayım' dedi.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ise 'Hayır, belki onların neslinden Allah'a iman edecek insanlar çıkar' buyurdu. Bu cevap, O'nun eşsiz merhametini ve en zor anda bile empati duyabilme büyüklüğünü gösterir. Acı çekerken bile başkalarının iyiliğini düşünmek, gerçek empati ve büyüklüktür.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Hayır, ben onların helâk edilmesini istemem. Belki Allah onların neslinden, yalnız Allah'a ibadet edecek ve O'na hiçbir şeyi ortak koşmayacak insanlar çıkarır.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Birbirinizi sevmedikçe iman etmiş olmazsınız.</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Hadis-i Şerif (Müslim)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Duygusal Empati</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Başkasının üzüntüsünü hissedebilme ve onunla birlikte üzülme.</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Teselli Etme</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Acı çeken birine sözle, davranışla veya varlığınla destek olma.</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Affedicilik</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Kötülük yapanlara bile iyilikle karşılık verme büyüklüğü.</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Sabır ve Metanet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Kayıplar karşısında yıkılmadan dimdik durabilme gücü.</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Arkadaşının Kaybı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Yakın arkadaşınızın büyükannesi vefat etmiş. Arkadaşınız çok üzgün ve okula geldiğinde gözleri kızarmış. Diğer arkadaşlarınız ne diyeceğini bilemiyor ve uzak duruyor.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yaklaşır, başsağlığı diler ve yanında olduğumu hissettiririm.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kart yazıp ona veririm, isterse konuşabileceğimizi söylerim.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Üzüntüsünü hatırlatmamak için hiç bahsetmem ve normal davranırım.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Yeni Öğrencinin Zorluğu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Sınıfınıza yeni gelen bir öğrenci, ailesinin işi nedeniyle şehir değiştirmek zorunda kalmış. Eski arkadaşlarını ve okulunu çok özlüyor. Teneffüslerde hep yalnız oturuyor.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Yanına gidip sohbet eder, teneffüslerde birlikte vakit geçiririm.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Onu arkadaş grubuma davet eder, okulun güzel yanlarını gösteririm.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zamanla alışır deyip kendi halinde bırakırım.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Sınavda Başarısızlık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Çok çalıştığı halde sınavdan düşük not alan arkadaşınız ağlamaya başlıyor. Bazı öğrenciler dalga geçiyor. Arkadaşınız çok mahcup ve kırgın hissediyor.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teselli eder, birlikte çalışmayı teklif ederim.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geçenlere müdahale eder, bunun yanlış olduğunu söylerim.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Herkesin başına gelebilir deyip geçerim.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Hastanedeki Akraba</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Kuzeniniz hastanede yatıyor ve uzun süredir okula gidemiyor. Arkadaşlarından uzak kaldığı için çok sıkılıyor ve morali bozuk. Anneanneniz ziyarete giderken sizi de çağırıyor.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Kuzenim için güzel bir sürpriz hazırlar, ona okuldaki haberleri anlatırım.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Video arama ile sık sık görüntülü konuşur, oyun oynarım.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Hastaneler sıkıcı deyip gitmek istemem.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Hüzün Senesi'nde Peygamber Efendimiz kimleri kaybetmiştir?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Hz. Ebû Bekir ve Hz. Ömer</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Hz. Hatice validemiz ve Ebû Tâlib</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Hz. Hamza ve Hz. Ali</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Hz. Osman ve Hz. Abbas</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meleğin teklifine ne cevap verdi?</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Kabul etti</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Düşünmek istedi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Reddetti, belki nesilleri iman eder dedi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Başka bir ceza istedi</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Üzgün bir arkadaşımıza en doğru yaklaşım hangisidir?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'Ağlama, erkek adam ağlamaz' demek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Konuyu değiştirip şaka yapmak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Yanında olduğumuzu hissettirmek ve dinlemek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Onu yalnız bırakmak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Birbirinizi sevmedikçe iman etmiş olmazsınız.</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Hadis-i Şerif (Müslim)</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Hayatında çok üzüldüğün bir anı hatırla. O an seni kim teselli etti ve nasıl hissettin?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Efendimiz'in Tâif'teki tavrını düşün. Sen olsaydın nasıl tepki verirdin?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Empati ile acımak arasındaki farkı bir örnekle açıklar mısın?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Empati ve Teselli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