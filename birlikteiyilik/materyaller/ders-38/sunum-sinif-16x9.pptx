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İbadet Bilinci</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Namazın Mîrâc Hediyesi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İslâm'ın beş şartını sayar ve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Namazın Mîrâc'da hediye edilişini öğrenir.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Namazın hayattaki yerini ve önemini kavrar.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İbadetin disiplin ve düzen kazandırdığını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Namaz</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Günde beş vakit Allah'ın huzurunda durmak, dinin direği olan ibadet.</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Mîrâc</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göklere yükselmesi mucizesi.</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İbadet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Allah'ın rızasını kazanmak için yapılan her güzel iş ve kulluk.</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Farz</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Allah'ın kesin olarak emrettiği, yapılması zorunlu olan ibadetler.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Huşû</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Namazda kalbin Allah'a yönelmesi, derin bir saygı ve dikkatle ibadet etmek.</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İslâm'ın Şartları</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Kelime-i şehâdet, namaz, oruç, zekât ve hac olmak üzere beş temel esas.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Göklerin Ötesinden Gelen Hediye</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Mîrâc gecesi, Peygamber Efendimiz sallallahu aleyhi ve sellem göklere yükselmiş ve Allah'ın huzuruna çıkmıştır. Bu eşsiz yolculukta ümmetine en büyük hediye olan namaz verilmiştir.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Mîrâc gecesinde Peygamber Efendimiz sallallahu aleyhi ve sellem Cebrâil aleyhisselâm ile birlikte gökleri bir bir geçti. Her gökte farklı peygamberlerle karşılaştı. Hz. Âdem, Hz. Îsâ, Hz. Mûsâ ve diğer peygamberler aleyhimüsselâm O'nu karşıladı ve 'Hoş geldin ey salih kardeş' dediler.</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En yüce makama ulaştığında Allah Teâlâ ile konuşma şerefine nail oldu. Burada ümmeti için günde elli vakit namaz farz kılındı. Dönüşte Hz. Mûsâ aleyhisselâm 'Ümmetin buna güç yetiremez, geri dön ve hafifletilmesini iste' dedi. Peygamber Efendimiz sallallahu aleyhi ve sellem birçok kez gidip geldi ve nihâyet namaz beş vakte indirildi. Ama sevabı yine elli vakit olarak kaldı.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'Namaz dinin direğidir' buyurmuştur. Namaz, müminle Allah arasındaki en özel bağdır. Günde beş vakit, hayatın koşturmacası içinde durup Allah'ı hatırlamak, O'na yönelmek ve huzur bulmaktır.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Namaz dinin direğidir.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Namazı dosdoğru kılın. Şüphesiz namaz, hayâsızlıktan ve kötülükten alıkoyar.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Ankebût Sûresi, 45.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Gelişim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Namazın disiplin ve düzen kazandırmasıyla kişisel gelişim sağlamak.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Manevi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Namazla Allah'a yakınlaşmak ve iç huzuru bulmak.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Cemaatle namazın birlik ve beraberlik oluşturmasını anlamak.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Disiplin Boyutu</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Günde beş vakit namazın zaman yönetimi ve düzen alışkanlığı kazandırmasını görmek.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 Ortamında Namaz</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Arkadaşlarınla dışarıdasın ve namaz vakti girdi. Arkadaşların namaz kılmıyor ve 'Sonra kılarsın' diyorlar. Yakında bir cami var.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Arkadaşlarımın yanında kalmak için namazı sonra...</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'Ben namazımı kılıp geleceğim' de...</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 kılmış gibi yaparım.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Sabah Namazı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Sabah namazı için erken kalkmak zor geliyor. Gece geç yattın ve çalar saati kapatıp uyumak istiyorsun.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Çalar saati kapatır, uyumaya devam ederim.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Zor da olsa kalkar, namazımı kılarım.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Öğle namazında kaza ederim diye düşünürüm.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Namazda Dikkat</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Namaz kılarken aklına sürekli oyun, ödev ve arkadaşların geliyor. Namazda odaklanamıyorsun ve hızlı hızlı kılıyorsun.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Böyle devam ederim, nasıl olsa kılıyorum.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Namazda huşûlu olmak için çaba gösterir, yavaş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Odaklanamıyorsam namaz kılmam.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Okulda Namaz</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öğle namazı vakti girdi ama namaz kılacak uygun bir yer yok. Teneffüste boş bir sınıf var ama arkadaşların 'Ne yapıyorsun?' diye soracak.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Eve gidince kılarım.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Boş sınıfta namazımı kılarım, soran olursa açık...</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 kılmam, okul zamanı olmaz.</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Namaz kaç vakit farz kılınmıştır?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3 vakit</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5 vakit</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7 vakit</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10 vakit</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'Namaz dinin direğidir' sözü kime aittir?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Hz. Ebu Bekir radıyallahu anh</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Hz. Ömer radıyallahu anh</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Peygamber Efendimiz sallallahu aleyhi ve sellem</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Hz. Ali radıyallahu anh</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Mîrâc gecesinde Peygamber Efendimiz sallallahu aleyhi ve selleme eşlik eden melek kimdir?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Mikâil aleyhisselâm</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İsrâfil aleyhisselâm</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Cebrâil aleyhisselâm</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Azrâil aleyhisselâm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Namazı dosdoğru kılın. Şüphesiz namaz, hayâsızlıktan ve kötülükten alıkoyar.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Ankebût Sûresi, 45.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Namaz senin günlük hayatına nasıl bir düzen katıyor?</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Mîrâc olayı sende nasıl bir his uyandırıyor?</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Namazda huşûlu olabilmek için neler yapabilirsin?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38</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İbadet Bilinci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