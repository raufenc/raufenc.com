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İman ve Güven</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Mucizeler ve Sarsılmaz İman</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başlıca mucizelerini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İmanın güven ve tevekkül ile ilişkisini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Mucizelerin insanların imanını nasıl güçlendirdiğini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Zorluklarda Allah'a güvenmenin önemini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Mucize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izniyle peygamberlere verilen olağanüstü hâller.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Tevekkül</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Gerekli çabayı gösterdikten sonra sonucu Allah'a bırakmak.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Bereket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az olan şeyi bollaştırması, bereketlendirmesi.</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İman</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Allah'a, peygamberlerine ve bildirdiklerine yürekten inanmak.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Nübüvvet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Peygamberlik makamı ve peygamber olarak gönderilme.</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Güven</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Allah'a ve O'nun vaadlerine sarsılmaz biçimde inanmak.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Câbir'in Evindeki Bereket</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Hendek Gazası sırasında Müslümanlar günlerce aç kalmış, açlıktan karınlarına taş bağlamışlardı. Sahâbîlerden Câbir radıyallahu anh, Peygamber Efendimiz sallallahu aleyhi ve sellemin açlığını görünce evindeki az yemekle O'nu davet etmek istedi.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Câbir radıyallahu anh evine gidip hanımına durumu anlattı. Evde sadece bir oğlak ve bir ölçek arpa vardı. Hanımı hemen yemeği hazırlamaya başladı. Câbir radıyallahu anh gizlice Peygamber Efendimiz sallallahu aleyhi ve selleme gelip kulağına fısıldayarak onu ve birkaç kişiyi yemeğe davet etti.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Ancak Peygamber Efendimiz sallallahu aleyhi ve sellem ayağa kalkarak bütün hendek kazıcılarına seslendi: 'Câbir yemek hazırlamış, hepiniz buyurun!' dedi. Câbir radıyallahu anh telaşla eve koştu, yemeğin bu kadar kişiye nasıl yeteceğini düşünüyordu. Ama hanımı ona 'Endişelenme, Resulullah sallallahu aleyhi ve sellem nasıl buyurduysa öyle olur' dedi.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bizzat yemeği dağıttı. Onar onar gelen askerler doyuncaya kadar yedi. Bin kişilik ordu o küçük kazandan doydu ve yemek hâlâ bitmedi. Bu mucize, imanın ve Allah'a güvenin en güzel örneklerinden biri olarak tarihe geçti.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Allah'a güvenen kimse, O'nun yardımını mutlaka görür.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Câbir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Kim Allah'a tevekkül ederse, O ona yeter.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Talâk Sûresi, 3.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Zorluklarda ümitsizliğe düşmeden Allah'a tevekkül etmeyi öğrenmek.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Mucizelerin imanı güçlendirici etkisini hissetmek ve iç dünyasını derinleştirmek.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Birlikte paylaşma ve dayanışma ruhunu geliştirmek.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Tarihî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mucizelerini tarihî bağlamında öğrenmek.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Stresi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önemli bir sınava hazırlanıyorsun ama konular çok fazla ve zamanın az. Arkadaşların 'Yetişmez' diyor. Çok çalıştın ama yine de endişelisin.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Elimden geleni yaptım, gerisini Allah'a bırakırım ve güvenirim.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Umutsuzluğa kapılıp çalışmayı bırakırım.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kızar, herkesin moralimi bozduğunu düşünürüm.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Kırılan Güven</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sırrını başkalarına söylemiş. Çok kırıldın ve artık kimseye güvenmek istemiyorsun. Diğer arkadaşların da sana yaklaşmaya çalışıyor.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İnsanlara güvenmeyi tamamen bırakırım.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Arkadaşımla konuşur, affetmeye çalışır ve insanlara olan güvenimi kaybetmem.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sırrını ben de başkalarına söylerim.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Maddi Sıkıntı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Ailenin maddi durumu kötüleşti. Okul gezisine katılamayacaksın. Arkadaşların gezi planları yapıyor ve sen üzgünsün. Bu durumda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Ailemi suçlar, kızgınlığımı onlara yansıtırım.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kabullenir, Allah'ın her zorluğun ardından kolaylık vereceğine inanırım.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Arkadaşlarımdan para isterim, ayıp olmasın diye.</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Başarısızlık Korkusu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bir proje sunumu yapacaksın ama çok heyecanlısın. Daha önce bir sunumda kötü performans göstermiştin ve bir daha aynısını yaşamaktan korkuyorsun.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Sunumdan kaçınır, hasta olduğumu söylerim.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Hazırlığımı iyi yapar, Allah'a güvenir ve cesaretimi toplayarak sunum yaparım.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Arkadaşımdan yerime sunması için rica ederim.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Hendek Gazası'nda Câbir radıyallahu anh'ın evindeki yemek mucizesinde yaklaşık kaç kişi doyurulmuştur?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100 kişi</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500 kişi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1000 kişi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300 kişi</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Ay'ın yarılması mucizesi (Şakk-ı Kamer) hangi sûrede geçmektedir?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Bakara Sûresi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Kamer Sûresi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Yâsîn Sûresi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Fâtiha Sûresi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Mucize kime verilir?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Herkese</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Sadece meleklere</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Allah'ın izniyle peygamberlere</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sahâbîlere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Kim Allah'a tevekkül ederse, O ona yeter.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Talâk Sûresi, 3.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ne zaman Allah'a güvenip de rahatladığın bir an oldu mu? Anlat.</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Mucize kavramı sende nasıl bir his uyandırıyor?</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Zorluklarla karşılaştığında ilk tepkin ne oluyor?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İman ve Güven</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