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Tevazu ve Tövbe</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Günahsız Bir Peygamberin İstiğfar Dersi</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İstiğfarın anlamını ve önemini kavrar.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istiğfarındaki tevazu dersini anlar.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Hata yapmanın insani olduğunu ve tövbenin kapısının her zaman açık olduğunu bilir.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Tevazu ile kibir arasındaki farkı örneklerle açıklar.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İstiğfar</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Allah'tan bağışlanma dilemek; 'Estağfirullah' diyerek günahlardan arınma talebi.</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Tövbe</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İşlenen hatadan pişmanlık duyarak Allah'a yönelmek ve bir daha yapmamaya söz vermek.</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Tevazu</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Kendini büyük görmemek, kibirlenmemek; ne kadar iyi olursa olsun Allah karşısında acizliğini bilmek.</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Masumiyet</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Peygamberlerin günahtan korunmuş olma özelliği; ismet sıfatı.</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Şükür</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Allah'ın verdiği nimetlere karşı minnet ve teşekkür duymak, bunu ibadet ve davranışla göstermek.</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Kulluk</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İnsanın Allah karşısındaki konumunu bilmesi, O'na ibadet ve itaat etmesi; en yüce makam.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Günde Yetmiş Kez İstiğfar</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Allah Teâlâ tarafından günahlardan korunmuş (masum) bir peygamber olmasına rağmen, günde en az yetmiş kez, bazı rivayetlere göre yüz kez istiğfar ederdi. Bu durum, O'nun eşsiz tevazusunun ve kulluğunun en güzel göstergesidir.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Sahabiler, Peygamber Efendimiz sallallahu aleyhi ve sellem'in çok fazla istiğfar ettiğini görünce hayret etmişlerdi. 'Ya Resulallah! Siz günahsızsınız, neden bu kadar istiğfar ediyorsunuz?' diye sorduklarında, Peygamber Efendimiz sallallahu aleyhi ve sellem 'Ben günde yetmiş kez istiğfar ederim' buyurmuştu. Bu, O'nun tevazusunun ne kadar derin olduğunun ve kulluğunu hiçbir zaman unutmadığının göstergesiydi.</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gece namazlarında ayakları şişinceye kadar ibadet ederdi. Hz. Aişe radıyallahu anha validemiz 'Ya Resulallah! Allah sizin geçmiş ve gelecek günahlarınızı bağışlamıştır, neden bu kadar kendinizi yoruyorsunuz?' diye sorduğunda, Peygamber Efendimiz sallallahu aleyhi ve sellem 'Şükreden bir kul olmayayım mı?' buyurmuştu. Bu cevap, gerçek tevazunun ve şükrün ne olduğunu bize öğretir.</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İstiğfar, sadece günahkârların değil, her Müslümanın yapması gereken bir ibadettir. Peygamber Efendimiz sallallahu aleyhi ve sellem'in istiğfarı bize şunu öğretir: Ne kadar iyi olursak olalım, Allah karşısında her zaman aciz ve muhtaç kullarız. Tevazu, kendini büyük görmemek; istiğfar ise sürekli Allah'a yönelmek demektir.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Allah'a yemin ederim ki, ben günde yetmiş defadan fazla Allah'tan bağışlanma diler ve O'na tövbe ederim.</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 (Buhârî)</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Rabbinizden bağışlanma dileyin. Çünkü O çok bağışlayıcıdır.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Nûh Sûresi, 10. ayet-i kerime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Boyut</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Hatalarını kabul edip özür dileyebilme ve kendini geliştirme cesareti göstermek.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Manevî Boyut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İstiğfar ve tövbeyi günlük hayatın bir parçası haline getirmek, Allah ile bağını güçlendirmek.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Ahlâkî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Hatayı kabul etmenin bir zayıflık değil, erdem olduğunu anlamak.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Boyut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Tevazu ile insanlara yaklaşmak, kibirden uzak durmak ve başkalarının hatalarını da affedebilmek.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Hata ve Özür</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arkadaşının defterine yanlışlıkla su döktün ve ödevi mahvoldu. Arkadaşın çok üzüldü. Kimse görmedi, istesen inkar edebilirsin. Ama Peygamber Efendimiz sallallahu aleyhi ve sellem'in hatasız olmasına rağmen istiğfar ettiğini düşünüyorsun.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arkadaşıma gider, hatamı itiraf eder ve i...</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Anonim bir not bırakır, 'Üzgünüm' yazarım ama y...</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Kimse görmediğine göre bir şey söylemem.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Kibir mi Tevazu mu?</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Sınav sonuçları açıklandı ve sen sınıfın birincisisin. Arkadaşların tebrik ediyor. Yanındaki arkadaşın ise çok düşük not almış ve üzgün. Bazıları notlarıyla övünüyor ve düşük not alanlarla dalga geçiyor.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Düşük not alan arkadaşımı teselli eder, başarım...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Tebrik edenlere teşekkür ederim ama düşük not a...</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Birinci oldum, bunu herkesin bilmesi gerekir, g...</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Tövbe Kapısı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Geçen hafta bir arkadaşın hakkında dedikodu yaptın ve bu söylentiler yayıldı. Arkadaşın bunu duydu ve çok kırıldı. Şimdi pişmansın ama 'Artık çok geç' diye düşünüyorsun.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İçimden pişman olurum ama yüzüne söyleyemem, bi...</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Artık olan olmuş, yapacak bir şey yok derim.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Günlük İstiğfar</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arkadaşın 'Ben iyi bir insanım, neden tövbe edeyim ki? Büyük günahlarım yok' diyor. Peygamber Efendimiz sallallahu aleyhi ve sellem'in günahsız olmasına rağmen günde yetmiş kez istiğfar ettiğini biliyorsun.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Peygamber Efendimiz sallallahu aleyh...</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Haklı olabilir derim, herkesin istiğfar etmesin...</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Bu tür konularda konuşmam, herkesin kendi bilec...</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günde kaç kez istiğfar ederdi?</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10 kez</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30 kez</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En az 70 kez</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5 kez</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İstiğfar ne demektir?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Şükretmek</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Dua etmek</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Allah'tan bağışlanma dilemek</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Namaz kılmak</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Nûh Sûresi 10. ayet-i kerimede ne buyrulmuştur?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'Namaz kılın'</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'Rabbinizden bağışlanma dileyin, O çok bağışlayıcıdır'</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'Sadaka verin'</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'Oruç tutun'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Rabbinizden bağışlanma dileyin. Çünkü O çok bağışlayıcıdır.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Nûh Sûresi, 10. ayet-i kerime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Son zamanlarda hata yapıp da özür dileyemediğin bir durum var mı? Şimdi ne yapabilirsin?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Tevazu ile özgüven arasında bir çelişki var mı? Nasıl dengelersin?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istiğfarı sana ne öğretiyor?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31</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Tevazu ve Tövbe</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