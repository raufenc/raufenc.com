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Dostluk ve Sadakat</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Sahâbe-i Kirâmın Eşsiz Vefası</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Sahâbe-i kirâmın Peygamber Efendimiz sallallahu aleyhi ve selleme olan bağlılığını öğrenir.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Gerçek dostluğun fedakârlık ve vefa gerektirdiğini kavrar.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Sadakatin ne anlama geldiğini somut örneklerle anlar.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Arkadaşlık ilişkilerinde sadakat ve güvenin önemini fark eder.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Sahâbe</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 görüp iman eden bahtiyar insanlar.</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Sadakat</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Dost ve değerlerine bağlı kalmak, sözünde durmak.</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Fedakârlık</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Sevdikleri için kendi rahatından ve malından vazgeçmek.</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Vefa</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İyiliği unutmamak, dostlara bağlı kalmak.</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Sıddîk</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Her zaman doğru olan, Allah'ın ve Resulünün sözlerini tastikleyen; Hz. Ebu Bekir radıyallahu anh'ın lakabı.</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Uhuvvet</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İman kardeşliği, Müslümanlar arasındaki kardeşlik bağı.</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Hz. Ebu Bekir'in Fedakârlığı</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Hz. Ebu Bekir radıyallahu anh, Peygamber Efendimiz sallallahu aleyhi ve sellemin en yakın arkadaşı ve ilk Müslümanlardan biriydi. İslâm'ın en zor günlerinde bile sadakatinden asla vazgeçmedi.</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bir gün sahâbîlere yardım çağrısında bulundu. Herkes elinden geldiğince getirdi. Hz. Ömer radıyallahu anh malının yarısını getirdi ve 'Bu sefer Ebu Bekir'i geçeceğim' diye düşündü. Ama Hz. Ebu Bekir radıyallahu anh evindeki her şeyi, tüm malını mülkünü getirmişti.</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Hz. Ebu Bekir radıyallahu anh'a sordu: 'Ailene ne bıraktın ya Ebu Bekir?' Hz. Ebu Bekir radıyallahu anh hiç tereddüt etmeden 'Allah ve Resulünü bıraktım' dedi. Bu cevap, dostluğun ve sadakatin en yüce ifadesiydi. Hz. Ömer radıyallahu anh da 'Ebu Bekir'le asla yarışamam' diye itiraf etti.</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Hz. Ebu Bekir radıyallahu anh sadece malıyla değil, canıyla da Peygamber Efendimiz sallallahu aleyhi ve selleme sadık kaldı. Hicret yolculuğunda mağarada birlikte gizlendiler. Tehlike anında Hz. Ebu Bekir radıyallahu anh 'Ya Resulallah, bana bir şey olursa önemli değil ama sana zarar gelmesin' demişti.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Allah ve Resulünü bıraktım.</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Hz. Ebu Bekir radıyallahu anh</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Mü'minler ancak kardeştirler.</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Hucurât Sûresi, 10. âyet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Bireysel Gelişim</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Gerçek dostluk ve sadakatin kişisel değerlerini oluşturmak.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Sosyal İlişkiler</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Güvenilir ve vefalı bir arkadaş olmayı öğrenmek.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Manevi Boyut</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İman kardeşliğinin dünyevi arkadaşlıklardan farkını anlamak.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Tarihî Boyut</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Sahâbe-i kirâmın dostluk ve vefa örneklerini tanımak.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Arkadaş Baskısı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Okuldaki popüler grup seni aralarına almak istiyor ama bunun için en yakın arkadaşınla konuşmayı bırakmanı istiyorlar. Eski arkadaşın popüler değil ama çok sadık biri. Ne yaparsın?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Eski arkadaşımı bırakıp popüler gruba katılırım.</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Eski arkadaşımla dostluğumu sürdürür, böyle bir...</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 iki tarafla da gizlice arkadaşlık yapmaya ç...</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Zor Gündeki Dost</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Arkadaşın zor bir dönemden geçiyor, ailesi taşınıyor ve okulunu değiştirecek. Çok üzgün ve yalnız hissediyor. Ama senin de sınav haftası yaklaşıyor. Ne yaparsın?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Sınavlarıma odaklanırım, arkadaşım kendi başına...</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vakit ayırır, onu dinler ve destek o...</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Ona mesaj atarım ama görüşmeye vaktim yok derim.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Haksız Suçlama</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Sınıfta bir eşya kayboldu ve herkes senin en yakın arkadaşını suçluyor. Arkadaşının almadığını biliyorsun ama konuşursan sen de suçlanabilirsin. Ne yaparsın?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Sesimi çıkarmam, arkadaşım kendi başına halletsin.</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Arkadaşımın suçsuz olduğunu söylerim ve onu sav...</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'Özür dile kurtul' derim.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Sır Tutma</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En yakın arkadaşın sana özel bir sırrını anlattı. Başka arkadaşların bu sırrı öğrenmek istiyor ve sürekli sana soruyorlar. Sırrı söylersen popüler olabilirsin. Ne yaparsın?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Sırrı söylerim, zaten çok önemli bir şey değil.</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Arkadaşımın sırrını kesinlikle kimseye söylemem.</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Biraz ipucu veririm ama tam söylemem.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Hz. Ebu Bekir radıyallahu anh, ailesine ne bıraktığı sorulduğunda ne cevap vermiştir?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'Yarısını bıraktım'</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'Biraz yiyecek bıraktım'</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'Allah ve Resulünü bıraktım'</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'Evimizi bıraktım'</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'Mü'minler ancak kardeştirler' âyeti hangi sûrededir?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Bakara Sûresi</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Hucurât Sûresi</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Yâsîn Sûresi</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Mülk Sûresi</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Vefa kavramı aşağıdakilerden hangisini ifade eder?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Karşılık beklemek</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İyiliği unutmamak ve dostlara bağlı kalmak</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Hediye vermek</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Zengin olmak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Mü'minler ancak kardeştirler.</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Hucurât Sûresi, 10. âyet</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Sence gerçek dostluğun en önemli özelliği nedir?</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Bir arkadaşın için ne kadar fedakârlık yapabilirsin?</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Hz. Ebu Bekir radıyallahu anh'ın tavrından ne öğreniyorsun?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35</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Dostluk ve Sadakat</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