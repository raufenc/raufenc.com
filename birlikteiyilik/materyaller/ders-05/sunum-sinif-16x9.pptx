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Dürüstlük ve Emanet</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Peygamber Efendimiz sallallahu aleyhi ve sellem'in 'Muhammedü'l-Emîn' sıfatı, ticaret ahlâkı ve Hz. Hatice vâlidemizle evliliği</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'Muhammedü'l-Emîn' sıfatının anlamını ve önemini kavrar.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Dürüstlük ve emanet kavramlarının günlük hayattaki yansımalarını öğrenir.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Ticaret ve iş ahlâkının İslâm'daki önemini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Hz. Hatice radıyallahu anha'nın Peygamber Efendimiz'e olan güven ve desteğini takdir 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Muhammedü'l-Emîn</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Güvenilir Muhammed anlamına gelen, Mekke halkının Peygamber Efendimiz sallallahu aleyhi ve sellem'e verdiği lakaptır.</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Emanet</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Korunması ve sahip çıkılması gereken her türlü maddi ve manevi sorumluluktur.</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Dürüstlük</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Her durumda doğru olanı söylemek ve yapmak, hileden ve aldatmadan uzak durmaktır.</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Ticaret Ahlâkı</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Alışverişte dürüst olmak, hile yapmamak, malın ayıbını gizlememek ve haksız kazançtan kaçınmaktır.</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Hilfu'l-Fudûl</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gençliğinde katıldığı, haksızlığa uğrayanlara yardım etmeyi amaçlayan antlaşmadır.</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Hz. Hatice</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ilk eşi, ilk Müslüman ve en büyük destekçisi radıyallahu anha.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Muhammedü'l-Emîn: Güvenilir Muhammed</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Peygamber Efendimiz sallallahu aleyhi ve sellem, gençlik yıllarında ticaretle uğraştı. Dürüstlüğü ve emanete riâyetiyle tanındı. Herkes O'na 'Muhammedü'l-Emîn' yani 'Güvenilir Muhammed' diyordu. Bu güzel sıfat, Hz. Hatice radıyallahu anha'nın da dikkatini çekti.</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amcası Ebû Tâlib ile ticaret kervanlarına katıldı ve genç yaşta ticaret ahlâkını öğrendi. O, alışverişte asla yalan söylemez, malın kusurunu gizlemez, haksız kazanç elde etmezdi. Tartıda ve ölçüde çok titiz davranır, müşterisine her zaman doğruyu söylerdi. Bu yüzden Mekke halkı O'na 'Muhammedü'l-Emîn' lakabını verdi.</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Hz. Hatice radıyallahu anha, Mekke'nin en zengin ve saygın kadınlarından biriydi. Ticaretiyle meşhurdu ama kervanlarını idare edecek güvenilir birine ihtiyacı vardı. Peygamber Efendimiz sallallahu aleyhi ve sellem'in dürüstlüğünü ve güvenilirliğini duyunca, O'na ticaret kervanını teklif etti. Peygamber Efendimiz, Şam'a ticaret yolculuğuna çıktı ve Hz. Hatice'nin mallarını büyük bir dürüstlükle ve kârla geri getirdi. Kervanda bulunan Meysere, Hz. Hatice'ye Peygamber Efendimiz'in olağanüstü dürüstlüğünü ve güzel ahlâkını anlattı.</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Hz. Hatice radıyallahu anha, Peygamber Efendimiz sallallahu aleyhi ve sellem'in bu eşsiz ahlâkına hayran kaldı ve O'nunla evlenmeyi arzuladı. Evlilikleri büyük bir mutluluk ve huzur içinde gerçekleşti. Hz. Hatice vâlidemiz, Peygamber Efendimiz'e ilk îmân eden kişi oldu ve en zor günlerinde bile yanında durdu. Bu evlilik, sevgi, saygı, güven ve sadakatin en güzel örneğiydi.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İnsanlar arasında hüküm verdiğiniz zaman adâletle hükmedin. Emanetleri ehline verin.</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Nisâ Sûresi, 58. Âyet-i Kerîme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Ölçtüğünüzde ölçüyü tam yapın ve doğru terazi ile tartın. Bu daha hayırlı, sonuç bakımından daha güzeldir.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İsrâ Sûresi, 35. Âyet-i Kerîme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Ticarette Dürüstlük</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Alışverişte hile yapmamak, malın gerçek durumunu söylemek, doğru tartmak ve ölçmek.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İlişkilerde Emanet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Arkadaşlıkta, ailede ve toplumda güvene lâyık olmak, sırları saklamak.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Söz ve Vaad</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Verilen sözlere sâdık kalmak, yapamayacağın şeyi taahhüt etmemek.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Hak ve Adalet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Herkesin hakkını gözetmek, zulme karşı durmak, haksız kazançtan uzak durmak.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Alışverişte Hile</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 kermesindesatış yapıyorsun. Bir ürünün biraz bozuk olduğunu fark ettin ama dışarıdan belli olmuyor. Arkadaşın 'Söyleme, nasıl olsa anlaşılmaz' diyor. Kermeste para toplamak önemli ama dürüstlük de önemli.</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Ürünün kusurunu alıcıya söyler, indirimli satarım.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Ürünü raftan kaldırır, satışa çıkarmam.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dediğini yapar, kusuru söylemem.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Arkadaşın Ödevi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Arkadaşın senden ödevini kopyalamasını istiyor. 'Zaten aynı sınıftayız, öğretmen anlamaz' diyor. Sen ödevini çok uğraşarak yaptın. Eğer verirsen arkadaşın mutlu olur ama bu adil mi?</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Ödevimi vermem ama ona nasıl yapacağını anlatır...</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Doğrudan reddeder, 'Kendi ödevini kendin yapmal...</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Ödevimi veririm, 'Ama birebir kopyalama' derim.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Emanet Telefon</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Arkadaşın bir günlüğüne telefonunu sana emanet etti. Şifresi açık kalmış ve merak edip mesajlarına, fotoğraflarına bakabilirsin. Kimse bilmeyecek.</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Telefona dokunmam, emanet bana verildiği gibi g...</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Sadece ekrana bakarım ama mesajları açmam.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Merak ettiğim için mesajlarına bakarım.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Fazla Para Üstü</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Kantinden bir şey aldın ve kasadaki ablaya 10 lira verdin. Ama abla sana yanlışlıkla 20 lira para üstü verdi. Fazladan 15 liranın cebine girdiğini fark ettin.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Hemen ablaya döner, fazla parayı iade ederim.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Biraz düşünürüm ama sonunda vicdanım rahat etme...</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Kimse fark etmedi, parayı alırım.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'Muhammedü'l-Emîn' ne demektir?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Güçlü Muhammed</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Cesur Muhammed</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Güvenilir Muhammed</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Bilge Muhammed</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'Hilfu'l-Fudûl' nedir?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Bir savaş antlaşması</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Ticaret anlaşması</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Haksızlığa uğrayanlara yardım antlaşması</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Kabile ittifakı</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Emanete sahip çıkmak ne demektir?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Sadece para ve mal korumak</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Bize güvenilerek verilen her şeye sahip çıkmak</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Sadece sırları saklamak</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Sadece eşyalara dikkat etmek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Ölçtüğünüzde ölçüyü tam yapın ve doğru terazi ile tartın. Bu daha hayırlı, sonuç bakımından daha güzeldir.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İsrâ Sûresi, 35. Âyet-i Kerîme</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İnsanlar beni 'güvenilir' olarak tanımlıyor mu? Neden tanımlıyor veya tanımlamıyor?</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Dürüst olmanın bedelini ödediğim bir an oldu mu? Ne hissettim?</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Bana emanet edilen şeylere (eşya, sır, görev) nasıl davranıyorum?</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05</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Dürüstlük ve Emanet</dc:title>
  <dc:subject>Degerler Egitimi</dc:subject>
  <dc:creator>Birlikte Iyilik Akademisi</dc:creator>
  <cp:lastModifiedBy>Birlikte Iyilik Akademisi</cp:lastModifiedBy>
  <cp:revision>1</cp:revision>
  <dcterms:created xsi:type="dcterms:W3CDTF">2026-03-21T08:52:34Z</dcterms:created>
  <dcterms:modified xsi:type="dcterms:W3CDTF">2026-03-21T08:52:34Z</dcterms:modified>
</cp:coreProperties>
</file>