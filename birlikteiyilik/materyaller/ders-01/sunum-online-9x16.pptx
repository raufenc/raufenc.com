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Sevgi ve Saygı</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Peygamber Efendimiz sallallahu aleyhi ve sellem'in nûrunun yaratılması ve O'na duyulan derin sevgi</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kâinattaki özel yerini kavrar.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O'na duyulan sevgi ve saygının imanın bir parçası olduğunu anlar.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Sahâbe-i kirâmın Peygamber Efendimiz'e olan bağlılıklarından örnekler verir.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Günlük hayatında Peygamber Efendimiz'e salavât getirmenin önemini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Nûr-u Muhammedî</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ilk yarattığı nûr olan Peygamber Efendimiz sallallahu aleyhi ve sellem'in mübarek nûrudur.</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Habîbullah</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Allahu Teâlâ'nın en sevgili kulu anlamına gelen, Peygamber Efendimiz sallallahu aleyhi ve sellem'in sıfatıdır.</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Salavât</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sellem'e okunan dua ve selâm ifadesidir.</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Sahâbe-i Kirâm</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 görüp O'na îmân eden mübarek nesil.</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Sünnet-i Seniyye</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söz, fiil ve tasvipleriyle ortaya koyduğu yol.</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Hâtemü'l-Enbiyâ</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Peygamberlerin sonuncusu anlamına gelir ve Peygamber Efendimiz sallallahu aleyhi ve sellem'i ifade eder.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Nûr-u Muhammedî</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Allahu Teâlâ, henüz hiçbir şey yaratmadan önce, Peygamber Efendimiz sallallahu aleyhi ve sellem'in nûrunu yarattı. Bu nûr, bütün kâinatın yaratılış sebebi oldu. Peygamber Efendimiz sallallahu aleyhi ve sellem, yaratılmışların en şereflisi ve Allahu Teâlâ'nın en sevgili kuludur.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Allahu Teâlâ, kâinatı yaratmadan önce Habîbi Muhammed Mustafa sallallahu aleyhi ve sellem'in nûrunu yarattı. Bu mübarek nûr, bütün varlıkların yaratılmasına vesile oldu. Allahu Teâlâ, bu nûru kendi kudretiyle ve hikmetiyle var etti. O nûr, karanlıkları aydınlatan, gönüllere huzur veren bir ışık kaynağıydı.</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bütün peygamberlerin sonuncusu ve en üstünüdür. O'nun güzel ahlâkı, merhameti ve sevgisi tüm insanlığa örnektir. Sahâbe-i kirâm, O'nu canlarından çok severler, O'nun bir tek saç telini bile yere düşürmezlerdi. O'na duydukları sevgi ve saygı, tarih boyunca eşsiz bir bağlılığın örneği olmuştur.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 sevmek, imanın en tatlı meyvesidir. O'nu seven, O'nun güzel ahlâkını örnek alır, sünnet-i seniyyesine uyar ve hayatını O'nun gösterdiği yolda yaşar. Bir hadis-i şerifte buyurulmuştur ki: 'Sizden biriniz, beni annesinden, babasından, çoluk çocuğundan ve bütün insanlardan daha çok sevmedikçe tam îmân etmiş olmaz.'</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Sizden biriniz, beni annesinden, babasından, çoluk çocuğundan ve bütün insanlardan daha çok sevmedikçe tam îmân etmiş olmaz.</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Şüphesiz Allah ve melekleri, Peygamber'e salât ederler. Ey îmân edenler! Siz de O'na salât edin ve tam bir teslimiyetle selâm verin.</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Ahzâb Sûresi, 56. Âyet-i Kerîme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Kalbî Sevgi</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Peygamber Efendimiz sallallahu aleyhi ve sellem'e kalpten bağlanmak, O'nu anınca huzur duymak ve O'na salavât getirmek.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Ailede Saygı</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Anne-babaya, büyüklere ve aile fertlerine Peygamber Efendimiz'in öğrettiği gibi sevgi ve saygı göstermek.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Arkadaşlıkta Sevgi</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Arkadaşlarına karşı samimi, sevgi dolu ve saygılı davranmak, kırıcı sözlerden kaçınmak.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Toplumda Saygı</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Yaşlılara, komşulara ve tüm insanlara saygılı davranarak toplumda güzel bir örnek olmak.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Sınıfta Saygısızlık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Teneffüste bir grup arkadaşın, yeni gelen bir öğrenciyle dalga geçtiğini görüyorsun. Yeni öğrenci çok üzgün görünüyor ve kenara çekilmiş. Arkadaşların seni de yanlarına çağırıyorlar ve gülüyorlar. Peygamber Efendimiz sallallahu aleyhi ve sellem, insanlara nasıl davranmamızı öğütlemişti?</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Yeni öğrencinin yanına gidip tanışır, onu grubuma dahil ederim.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 arkadaşlarımı uyarır, bunun yanlış olduğunu söylerim.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yapmam, kendi işime bakarım.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Büyüklere Saygı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Otobüste yaşlı bir teyze ayakta kalmış, etrafta boş yer yok. Sen oturuyorsun ve telefonunla oyun oynuyorsun. Arkadaşın sana 'Boş ver, o da bir sonraki durakta iner' diyor. Ama teyze yorgun görünüyor.</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yerimi teyzeye verir, ayakta kalırım.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'Büyüklerimize saygı göstermemiz lazım' der, yerimi veririm.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dediğini yapar, oturmaya devam ederim.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Peygamber Sevgisi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Din kültürü dersinde öğretmeniniz Peygamber Efendimiz sallallahu aleyhi ve sellem'den bahsediyor. Bir arkadaşın 'Bu konular çok eski, bize ne bunlardan' diyor ve dersi dinlemiyor. Sen bu konuları ilgiyle dinliyorsun ama arkadaşının tavrı seni rahatsız ediyor.</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Teneffüste arkadaşıma Peygamber Efendimiz'in hayatından ilginç bir olay anlat...</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Öğretmenime durumu söylerim.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dersimi dinler, arkadaşımla ilgilenmem.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Aile İçi Sevgi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Annen akşam yemeği hazırlarken çok yorgun düşmüş. Babanda yeni işten gelmiş, dinlenmek istiyor. Kardeşin ise ödevini yapamıyor ve ağlıyor. Herkes kendi derdinde ama sen bu durumu fark ediyorsun.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Anneme yemekte yardım eder, sonra kardeşime ödevinde yardımcı olurum.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Kardeşimi sakinleştirir, anneme 'Yardım edeyim mi?' diye sorarım.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Odama gider kendi işimle ilgilenirim.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Allahu Teâlâ'nın ilk yarattığı nûr kimin nûrudur?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Hz. Âdem aleyhisselam'ın</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İbrâhim aleyhisselam'ın</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Peygamber Efendimiz sallallahu aleyhi ve sellem'in</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Hz. Mûsâ aleyhisselam'ın</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Hangi sûrede Peygamber Efendimiz'e salavât getirmemiz emredilmiştir?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Fâtiha Sûresi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Bakara Sûresi</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Ahzâb Sûresi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Yâsîn Sûresi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Aşağıdakilerden hangisi 'saygı' kavramının doğru tanımıdır?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Sadece büyüklere gösterilen davranış</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Karşımızdaki kişinin değerine uygun davranmak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Korku duymak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Sessiz kalmak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Şüphesiz Allah ve melekleri, Peygamber'e salât ederler. Ey îmân edenler! Siz de O'na salât edin ve tam bir teslimiyetle selâm verin.</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Ahzâb Sûresi, 56. Âyet-i Kerîme</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sellem'e olan sevgimi günlük hayatımda nasıl gösterebilirim?</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Bugün birini sevgi ve saygıyla mutlu ettim mi? Nasıl hissettirdi?</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Saygı gösteremediğim bir anı hatırlıyorum, o anı nasıl düzeltebilirdim?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01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Sevgi ve Saygı</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