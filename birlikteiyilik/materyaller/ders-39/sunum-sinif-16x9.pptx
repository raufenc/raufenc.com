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Cömertlik ve Paylaşma</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Veren El Alan Elden Üstündür</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Zekâtın İslâm'daki yerini ve toplumsal önemini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Cömertliğin sadece maddi değil, manevi boyutunu da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Paylaşmanın toplumsal dayanışmayı güçlendirdiğini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Günlük hayatta cömert olmanın yollarını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Zekât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Zenginlerin mallarından belirli oranda ihtiyaç sahiplerine vermeleri gereken farz ibadet.</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Cömertlik</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Sahip olduklarını gönül rahatlığıyla başkalarıyla paylaşmak.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Sadaka</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 rızası için yapılan her türlü iyilik ve yardım.</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İnfâk</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 yolunda harcama yapmak, ihtiyaç sahiplerine vermek.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Toplumsal Adalet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Toplumda zengin-fakir arasındaki dengenin sağlanması.</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Dayanışma</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İnsanların birbirine destek olması, yardımlaşması.</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Cömertliğin Zirvesi</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insanların en cömerti idi. Kendisinden bir şey istendiğinde asla 'Hayır' demezdi. Zekâtın farz kılınması ile birlikte İslâm toplumunda paylaşma kültürü kurumsal bir hâl aldı.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'Veren el alan elden üstündür' buyurarak cömertliği en güzel şekilde özetlemiştir. Bir gün bir bedevi gelip O'ndan bir şey istedi. Peygamber Efendimiz sallallahu aleyhi ve sellem ona bir sürü koyun verdi. Bedevi kavmine döndüğünde 'Müslüman olun, Muhammed öyle veriyor ki fakirlik korkusu bilmiyor' dedi.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Zekât, zenginlerin mallarından belirli bir miktarı ihtiyaç sahiplerine vermesidir. Bu sadece bir yardım değil, aynı zamanda toplumsal adaletin temelidir. Zekât sayesinde zenginle fakir arasındaki uçurum kapanır, toplumda dayanışma güçlenir. Allah Teâlâ 'Namazı kılın, zekâtı verin' buyurarak zekâtı namazla birlikte zikretmiştir.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sadece mal ile değil, güler yüz, tatlı söz ve güzel davranışla da cömert olmayı öğretmiştir. 'Kardeşinin yüzüne gülümsemen sadakadır' buyurarak herkesin bir şekilde cömert olabileceğini göstermiştir.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Veren el alan elden üstündür.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Namazı kılın, zekâtı verin.</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Bakara Sûresi, 43.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Cömertlik alışkanlığı kazanarak bencillikten uzaklaşmak.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Zekât ve paylaşmayla toplumsal adalete katkıda bulunmak.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Vermenin manevi huzurunu ve bereket getirdiğini anlamak.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Ekonomik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Zekâtın toplumda ekonomik dengeyi nasıl sağladığını görmek.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Harçlık Paylaşımı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Biriktirdiğin harçlıkla çok istediğin bir kitabı alacaktın. Ama sınıfında maddi durumu zor olan bir arkadaşının okul malzemesi alamadığını fark ettin.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Kitabımı alırım, arkadaşımın durumu beni ilgile...</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kısmıyla arkadaşıma malzeme alı...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söylerim ama kendim bir şey yapmam.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Yemek Paylaşımı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kantininde çok güzel bir sandviç aldın. Yanında oturan arkadaşın yemek getirmemiş ve sana bakıyor ama istemeye çekiniyor.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kendi yemeğimi yerim.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Sandviçimi paylaşırım ve birlikte yeriz.</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'Yarın sen getir' derim ama paylaşmam.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Eski Eşyalar</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Odan dolup taşıyor ve kullanmadığın birçok oyuncak, kitap ve kıyafet var. Annen 'Bunları ihtiyacı olanlara verelim' diyor ama sen bazılarını seviyorsun.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Hiçbirini vermem, hepsi benim.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Kullanmadıklarımı ayırır, ihtiyacı olanlara sev...</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kırık olanları veririm.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Güleryüz Sadakası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yeni başlayan bir öğrenci var. Kimse onunla konuşmuyor ve yalnız oturuyor. Teneffüste herkes kendi grubuyla eğleniyor.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kendi grupumla takılırım, zamanla alışır.</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Yanına gider, güler yüzle tanışır ve onu arkada...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Uzaktan bakarım ama yanına gitmem.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cömertlik hakkında ne buyurmuştur?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'Kendinize yetecek kadar harcayın'</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'Veren el alan elden üstündür'</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'Malınızı saklayın'</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yakınlarınıza verin'</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selleme gelen bedevi ne demiştir kavmine döndüğünde?</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'Hiçbir şey vermedi'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'Müslüman olun, Muhammed öyle veriyor ki fakirlik korkusu bilmiyor'</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'Çok az verdi'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bana verdi'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Zekâtın toplumsal faydası nedir?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Sadece zengini ödüllendirir</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Zengin-fakir arasındaki uçurumu kapatır</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Fakirleri bağımlı yapar</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Devletin gelirini artırır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Namazı kılın, zekâtı verin.</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Bakara Sûresi, 43.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Son zamanlarda birisiyle ne paylaştın ve nasıl hissettin?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Cömertlik sadece para vermek midir? Başka neler olabilir?</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Zekâtın toplum için neden bu kadar önemli olduğunu düşünüyorsun?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39</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Cömertlik ve Paylaşma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