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Umut ve Müjde</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 sallallahu aleyhi ve sellem'in gelişini müjdeleyen haberler ve işaretler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gelişinin önceki peygamberler tarafından müjdelendiğini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Umut kavramının insan hayatındaki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Efendimiz'in gönderilmesinin bütün insanlık için bir müjde olduğunu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Zor zamanlarda umudunu kaybetmemenin değerini keşfeder.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Müjde</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İleride gerçekleşecek güzel bir haberin önceden bildirilmesidir.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Beşâret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Peygamberlerin, gelecek peygamberi veya güzel olayları önceden haber vermesidir.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Ahd-i Atîk ve Ahd-i Cedîd</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Tevrat ve İncil'in diğer adları olup, bu kitaplarda son peygamberin müjdeleri yer almaktadır.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Ahmed</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isimlerinden biri olup 'en çok hamd eden' anlamına gelir.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İrhâsât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peygamberin gönderilmesinden önce meydana gelen olağanüstü hâdiselerdir.</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Kâbe</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Hz. İbrâhim aleyhisselam ve Hz. İsmâil aleyhisselam tarafından inşâ edilen, Müslümanların kıblesidir.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Beklenen Son Peygamber</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sellem'in dünyaya teşrif edeceği, önceki peygamberler ve kutsal kitaplar tarafından müjdelenmiştir. Hz. İbrâhim aleyhisselam ve Hz. Îsâ aleyhisselam başta olmak üzere birçok peygamber, ümmetlerine son peygamberin geleceğini haber vermişlerdir.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İbrâhim aleyhisselam, Kâbe'yi inşâ ederken şöyle dua etmişti: 'Ey Rabbimiz! Onlara içlerinden bir peygamber gönder ki, onlara Senin âyetlerini okusun, kitabı ve hikmeti öğretsin ve onları her türlü kötülükten arındırsın.' Bu dua, asırlar sonra Peygamber Efendimiz sallallahu aleyhi ve sellem'in gönderilmesiyle kabul olundu. Hz. İbrâhim aleyhisselam'ın bu müjdesi, nesiller boyu aktarıldı.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Hz. Îsâ aleyhisselam da kendi ümmetine, kendisinden sonra gelecek olan son peygamberi müjdeledi. Kur'ân-ı Kerîm'de Saf Sûresi'nde bildirildiği üzere, Hz. Îsâ aleyhisselam: 'Benden sonra gelecek Ahmed isimli bir peygamberi müjdeliyorum' dedi. Yahudi ve Hristiyan âlimleri de kutsal kitaplarındaki işaretlerden son peygamberin geleceğini biliyorlardı. Hatta bazıları bu peygamberi bekleyerek Medine'ye yerleşmişlerdi.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doğumuna yakın günlerde, dünyada pek çok olağanüstü hadise yaşandı. Mecûsîlerin bin yıldır söndürülemeyen ateşi söndü, Sâve Gölü kurudu, İran Kisrâsı'nın sarayının burçları yıkıldı. Bütün bu hâdiseler, insanlığa yeni bir umut ışığının doğacağının müjdecisiydi. Karanlık bir dönemde, bütün dünya âdeta yeni bir güneşin doğuşunu bekliyordu.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Benden sonra gelecek, adı Ahmed olan bir peygamberi müjdeliyorum.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Hz. Îsâ aleyhisselam (Saf Sûresi, 6. Âyet-i Kerîme)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Hani İbrâhim, İsmâil ile birlikte Kâbe'nin temellerini yükseltirken: 'Ey Rabbimiz! İçlerinden onlara bir peygamber gönder ki, onlara âyetlerini okusun, kitabı ve hikmeti öğretsin, onları arındırsın' diye dua etmişti.</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Bakara Sûresi, 129.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Kişisel Umut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 zamanlarda bile ümidini kaybetmemek, her zorluktan sonra bir kolaylığın geleceğine inanmak.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Aile İçi Müjdeleme</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Aile fertlerine güzel haberler vermek, birbirini cesaretlendirmek ve moral vermek.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Okulda Umut Aşılamak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Arkadaşlarına başarabileceklerini hatırlatmak, olumsuz durumlarda bile pozitif kalmak.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Umut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Toplumda iyiliğin galip geleceğine inanmak ve bu yönde çaba göstermek.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Sınavda Başarısızlık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çalıştığın bir sınavdan kötü not aldın. Moralin çok bozuldu ve 'Ben bu dersi hiç yapamıyorum' diye düşünmeye başladın. Arkadaşlarının çoğu iyi not almış ve sen kendini çok kötü hissediyorsun.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Hatalarımı analiz eder, eksiklerimi tespit edip bir sonraki sınava daha iyi h...</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Öğretmenimle konuşup nerelerimde hata yaptığımı sorar, ek çalışma yaparım.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Dersi tamamen bırakır, 'Nasıl olsa yapamıyorum' 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Arkadaşın Umutsuzluğu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yakın arkadaşın, ailevi sorunlar yüzünden çok mutsuz. Okula gelmek istemiyor, derslerini bırakmış. Seninle konuşurken 'Hiçbir şey düzelmeyecek' diyor. Onun bu hâlini görmek seni de üzüyor.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 dinler, yanında olduğumu hissettirir ve birlikte güzel vakit geçirmeye ça...</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Rehber öğretmene durumu bildirir, profesyonel yardım almasını sağlarım.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Ona 'Abartıyorsun, herkesin sorunu var'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Takımdan Çıkarılmak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futbol takımına seçilmek için çok antrenman yaptın ama sonuçlar açıklandığında adın listede yok. Çok hayal kırıklığına uğradın. Bazı arkadaşların 'Zaten sen oynayamıyorsun' diye dalga geçiyor.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Antrenörle konuşup eksiklerimi öğrenir, gelecek sezon için çalışmaya devam ed...</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Başka bir spor dalında kendimi geliştirmeye karar veririm.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Spora tamamen küser, bir daha denemem.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Güzel Haberi Paylaşmak</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yarışmada birincilik kazandın ve çok mutlusun. Ama aynı yarışmaya katılan arkadaşın kazanamamış ve üzgün. Sınıfta herkes seni tebrik ediyor ama arkadaşın kenarda tek başına oturuyor.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yanına gider, onun da iyi performans gösterdiğini söyler, bir son...</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Sevincimi kontrollü kutlar, arkadaşımı görmezden gelmem ama özel olarak yanın...</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Herkesle kutlamaya devam eder, arkadaşımın üzülmesini onun sorunu olarak görü...</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Hz. İbrâhim aleyhisselam, Kâbe'yi inşâ ederken nasıl bir dua etmiştir?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Zenginlik duası</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İçlerinden bir peygamber göndermesi duası</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Uzun ömür duası</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Yağmur duası</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'İrhâsât' kavramı ne anlama gelir?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Peygamberlerin mucizeleri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Bir peygamberin gönderilmesinden önce meydana gelen olağanüstü hâdiseler</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Kur'ân-ı Kerîm âyetleri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Sahâbelerin kerâmetleri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sellem'in gönderilmesi hangi anlamda bir müjdedir?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Araplar için</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Sadece Müslümanlar için</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Bütün insanlık için</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o dönemin insanları için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Hani İbrâhim, İsmâil ile birlikte Kâbe'nin temellerini yükseltirken: 'Ey Rabbimiz! İçlerinden onlara bir peygamber gönder ki, onlara âyetlerini okusun, kitabı ve hikmeti öğretsin, onları arındırsın' diye dua etmişti.</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Bakara Sûresi, 129.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Hayatımda en çok umutsuz hissettiğim bir anı hatırlıyorum. O zaman ne yapmıştım?</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Birine umut veren bir davranışımı hatırlayabilir miyim? Nasıl hissettirdi?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gönderilmesi benim için ne ifade ediyor?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Umut ve Müjde</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