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Erdem ve Üstünlük</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Peygamber Efendimiz'in Üstün Fazîletleri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diğer peygamberlerden ayrılan üstün fazîletlerini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Erdem kavramını tanımlar ve kendi hayatında erdemli davranışlar geliştirir.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evrensel peygamberliğinin anlamını kavrar.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Fazîlet sahibi olmanın çabayla kazanılan bir nitelik olduğunu anlar.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Fazîlet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Üstün erdem ve meziyet; bir kişiyi diğerlerinden ayıran olumlu ve değerli özellikler.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Hâtemü'l-Enbiyâ</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Peygamberlerin sonuncusu anlamında Peygamber Efendimiz sallallahu aleyhi ve sellem'in unvanı; kendisinden sonra peygamber gelmeyeceği anlamına gelir.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Makam-ı Mahmud</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Kıyamet gününde yalnızca Peygamber Efendimiz sallallahu aleyhi ve sellem'e verileceği müjdelenen en yüce şefaat makamı.</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Rahmet</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Merhamet ve şefkat; Peygamber Efendimiz sallallahu aleyhi ve sellem'in âlemlere rahmet olarak gönderilmesi.</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Evrensellik</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mesajının belirli bir millete değil, bütün insanlığa ve kıyamete kadar tüm zamanlara yönelik olması.</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Erdem</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İnsanın ahlâkî mükemmelliğe ulaşma çabası; doğruluk, adalet, cesaret, cömertlik gibi üstün niteliklerin bütünü.</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Bütün Peygamberlerin Özellikleri Bir Peygamberde</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bütün peygamberlerin en üstünü ve sonuncusudur. Allah Teâlâ, diğer peygamberlere ayrı ayrı verdiği fazîletlerin hepsini O'nda bir araya getirmiştir. Bu üstün özellikler, O'nun tüm insanlık için rehber olmasını sağlamıştır.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buyurmuştur: 'Her peygambere verilen özelliklerin hepsi bana da verilmiştir.' Hz. İbrahim aleyhisselam'ın Halilullah (Allah'ın dostu) olması gibi O da Habibullah (Allah'ın sevgilisi) olmuştur. Hz. Musa aleyhisselam'a verilen Tevrat, Hz. İsa aleyhisselam'a verilen İncil gibi O'na da Kur'an-ı Kerim verilmiş, ancak Kur'an-ı Kerim bütün semavî kitapların mesajlarını içinde barındıran son ve en mükemmel kitaptır.</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sellem'e has olan fazîletlerden bazıları şunlardır: Bütün insanlığa peygamber olarak gönderilmesi, son peygamber olması, İsra ve Miraç mucizesiyle göklere yükselmesi, Makam-ı Mahmud'a ulaşması ve şefaat hakkının verilmesi. Yeryüzünün O'na mescit ve temiz kılınması da O'na özel fazîletlerdendir.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Bu üstün fazîletler, Peygamber Efendimiz sallallahu aleyhi ve sellem'in sadece bir topluma değil bütün insanlığa gönderildiğinin göstergesidir. O'nun mesajı evrenseldir ve kıyamete kadar geçerlidir. Her insan, O'nun öğretilerinden istifade edebilir ve O'nu örnek alarak erdemli bir hayat sürebilir.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Her peygamberin duası kabul olunmuştur. Ben ise duamı kıyamet gününde ümmetime şefaat olarak sakladım.</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Biz seni ancak âlemlere rahmet olarak gönderdik.</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Enbiyâ Sûresi, 107. ayet-i kerime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Boyut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Kendi hayatında erdemli olmaya çalışmak, sürekli kendini geliştirme hedefi koymak.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İlmî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sellem'in fazîletlerini öğrenerek bilgi ve bilinç sahibi olmak.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Ahlâkî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Erdemin sadece bilgi değil, uygulama ile kazanılan bir nitelik olduğunu kavramak.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Manevî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sellem'in fazîletlerine hayranlık duyarak O'na olan bağlılığı güçlendirmek.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Yeteneği Doğru Kullanmak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Sınıfın en başarılı öğrencisisin ve herkes senden yardım istiyor. Son zamanlarda bu durum seni yoruyor ve 'Herkes kendi derdine baksın' demeye başlıyorsun. Ama Peygamber Efendimiz sallallahu aleyhi ve sellem'in sahip olduğu üstün fazîletleri başkaları için kullandığını hatırlıyorsun.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Fazîletlerin paylaşılmak için verildiğini hatırlar, arkadaşlarıma yardım etme...</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çok yakın arkadaşlarıma yardım ederim, herkese yetişemem.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yardım etmem, herkes kendi çalışsın.</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Evrensel Düşünmek</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Okulunda bir yardım kampanyası düzenleniyor. Toplanan yardımlar farklı bir ülkedeki mülteci çocuklara gönderilecek. Bazı arkadaşların 'Önce kendi ülkemizdeki fakirlere bakalım, yabancılara niye yardım edelim?' diyor.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sellem'in âlemlere rahmet olarak gön...</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İkisine de yardım ederiz, öncelik vermemize gerek yok derim ama çok savunmam.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Haklılar, önce kendi insanlarımıza bakmak lazım 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Başarıda Tevazu</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spor takımında en iyi oyuncusun ve takımınız il birincisi oldu. Bazı arkadaşların sana 'Sen olmasaydın kazanamazdık' diyor. Bu durum hoşuna gidiyor ve sosyal medyada paylaşmayı düşünüyorsun.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Başarının takım çalışmasının eseri olduğunu söyler, herkesi takdir ederim. Pe...</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Teşekkür ederim ama paylaşımı yine de yaparım, hatıra olsun.</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Haklılar, ben en iyi oyuncuydum diye paylaşırım.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Küçük Erdemler</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Her gün okula gelirken sokakta çöpler görüyorsun. Kimse toplamıyor. Arkadaşların 'Bu belediyenin işi, bize ne?' diyor. Ama Peygamber Efendimiz sallallahu aleyhi ve sellem'in yoldan taş kaldırmayı bile sadaka saydığını biliyorsun.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Gördüğüm çöpleri toplayarak küçük ama değerli bir erdem sergilerim. Arkadaşla...</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Bazen toplarım ama her gün yapamam.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 haklı, bu benim işim değil.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Enbiyâ Sûresi 107. ayet-i kerimede Peygamber Efendimiz sallallahu aleyhi ve sellem nasıl tanımlanmıştır?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Âlemlerin sultanı</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Âlemlere rahmet</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Âlemlerin hâkimi</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Âlemlerin âlimi</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Makam-ı Mahmud nedir?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Medine'deki bir mescit</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Kıyamette Peygamber Efendimiz sallallahu aleyhi ve sellem'e verilecek en yüce şefaat makamı</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Cennetin bir kapısı</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Mekke'deki bir tepe</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sellem'e özgü olan mucize hangisidir?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Denizin yarılması</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İsra ve Miraç</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Ölülerin diriltilmesi</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Ateşte yanmamak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Biz seni ancak âlemlere rahmet olarak gönderdik.</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Enbiyâ Sûresi, 107. ayet-i kerime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Erdemli olmak sence ne demektir? Kendin erdemli biri misin?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fazîletlerinden hangisini en çok örnek almak istersin?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Yeteneklerini başkaları için kullanmak seni nasıl hissettiriyor?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Erdem ve Üstünlük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