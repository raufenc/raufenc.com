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Dayanışma ve Sığınma</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İlk hicret, Necâşî'nin adaleti ve Hz. Ca'fer radıyallahu anh'ın tarihi konuşması</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Habeşistan hicretinin sebeplerini ve önemini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Hz. Ca'fer radıyallahu anh'ın Necâşî huzurundaki konuşmasını tanır.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Dayanışma ve birlikte hareket etmenin değerini kavrar.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Zulüm karşısında meşru yollarla mücadele etmenin önemini anlar.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Hicret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Dini yaşamak için bir yerden başka bir yere göç etmektir; İslâm tarihinde iki büyük hicret yaşanmıştır.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Muhacir</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Din uğruna vatanını terk edip başka bir yere göç eden Müslümandır.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Necâşî</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Habeşistan'ın adaletiyle ünlü Hristiyan kralı; Müslüman muhacirleri korumuştur.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Dayanışma</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zamanlarda birbirinin yanında olmak, birlikte hareket etmek ve yardımlaşmaktır.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Sığınma Hakkı</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Zulüm gören insanların güvenli bir yere sığınması ve orada korunması hakkıdır.</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Adalet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Herkese hakkını vermek, tarafsız davranmak ve zulümden uzak durmaktır.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Necâşî'nin Huzurunda</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Mekke'deki baskılar dayanılmaz hâle gelince, Peygamber Efendimiz sallallahu aleyhi ve sellem, bir grup Müslümana Habeşistan'a hicret etmelerini söyledi. Orada adaletiyle bilinen Hristiyan kral Necâşî vardı. Kureyş, muhacirleri geri getirmek için elçiler gönderdi.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Mekke'deki eziyetler had safhaya ulaşınca, Peygamber Efendimiz sallallahu aleyhi ve sellem, bir grup Müslümana 'Habeşistan'a gidin, orada kimseye zulmetmeyen bir kral var' buyurdu. Birinci kafilede on beş kişi, ikinci kafilede seksen küsur kişi Habeşistan'a hicret etti. Bu, İslâm tarihindeki ilk hicret ve ilk büyük dayanışma örneğiydi. Müslümanlar birbirlerini yalnız bırakmadılar ve birlikte yola çıktılar.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Kureyşliler, muhacirlerin peşini bırakmadı. Abdullah bin Ebî Rebîa ve Amr bin el-Âs'ı Necâşî'ye elçi olarak gönderdiler. Elçiler, kıymetli hediyeler getirdiler ve Müslümanların iade edilmesini istediler. Necâşî, adaletli bir kral olduğu için önce Müslümanları dinlemek istedi. Hz. Ca'fer bin Ebî Tâlib radıyallahu anh ayağa kalktı ve tarihi konuşmasını yaptı.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Ca'fer radıyallahu anh şöyle dedi: 'Ey kral! Biz cahiliye karanlığında yaşayan bir milletttik. Putlara tapar, ölü eti yer, kötülük yapardık. Akraba haklarını gözetmez, komşuya kötü davranırdık. Güçlü olan zayıfı ezerdi. Allahu Teâlâ bize içimizden bir peygamber gönderdi. Bize doğruluğu, emaneti, akraba hakkını, komşu hakkını emretti. Bizi putlardan, kötülüklerden uzaklaştırdı.' Sonra Meryem Sûresi'nden âyetler okudu. Necâşî ağladı ve Müslümanları iade etmeyi reddetti: 'Gidin, ülkemde güven içinde yaşayın.'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Gidin, ülkemde güven içinde yaşayın. Size kötülük yapana lanet olsun.</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Necâşî (Habeşistan Kralı)</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Zulme uğradıktan sonra Allah yolunda hicret edenleri dünyada güzel bir şekilde yerleştireceğiz. Âhiret mükâfatı ise daha büyüktür.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Nahl Sûresi, 41. Âyet-i Kerîme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Kardeşlik Dayanışması</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 zamanlarda birbirinin yanında olmak, yardımlaşmak ve kimseyi yalnız bırakmamak.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Mazlumlara Sahip Çıkmak</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Haksızlığa uğrayanlara destek olmak, onları korumak ve seslerini duyurmalarına yardımcı olmak.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Kültürlerarası Saygı</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Farklı din, dil ve kültürden insanlarla saygılı ve adil ilişkiler kurmak.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Sorumluluk</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Toplumda adaletin sağlanması için sorumluluk almak ve katkıda bulunmak.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Yeni Gelen Öğrenci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Sınıfınıza başka bir şehirden, farklı bir kültürden yeni bir öğrenci geldi. Türkçesi biraz farklı ve alışkanlıkları sizinkinden farklı. Bazı arkadaşların onu dışlıyor ve dalga geçiyor. Yeni öğrenci teneffüslerde hep yalnız kalıyor.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Yanına gider tanışır, okulda ona rehberlik eder ve arkadaş grubuma dahil ederim.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 arkadaşlarımı uyarır, öğretmene de bilgi veririm.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kendi hâlinde, bana ne 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Deprem Yardımı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 bir şehirde deprem oldu ve çok sayıda aile evsiz kaldı. Okulunuz yardım kampanyası düzenliyor. Biriktirdiğin harçlığınla ya yeni bir oyun alabilirsin ya da depremzedelere bağışlayabilirsin.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kısmını bağışlar, arkadaşlarımı da yardıma teşvik ederim.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tamamını bağışlarım.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 kendime ayırır, yardıma katılmam.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Engelli Arkadaş</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Mahallene engelli bir çocuk taşındı. Dışarı çıkmak istiyor ama tekerlekli sandalyesiyle parka gidemediği için evde kalıyor. Arkadaşların 'O bizimle oynayamaz' diyorlar.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Engelli arkadaşımı parka götürmek için aile olarak yardım ederim, birlikte va...</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engelli arkadaşımızı oyuna dahil etmenin yollarını öneririm.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dediğini yapar, engelli çocukla ilgilenmem.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İftar Dayanışması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Ramazan ayında sınıf arkadaşının ailesinin maddi durumu iyi değil ve iftar sofrası hazırlayamıyorlar. Bunu tesadüfen öğrendin. Arkadaşın bu durumun bilinmesini istemiyor ve çok mahcup.</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Kimseye söylemeden aileme durumu anlatır, birlikte iftar paketi hazırlayıp is...</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Öğretmenimle özel konuşur, okul aracılığıyla yardım yapılmasını sağlarım.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mahcup olmaması için hiçbir şey yapmam.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İslâm tarihindeki ilk hicret nereye yapılmıştır?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Medine'ye</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Habeşistan'a</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Taif'e</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Şam'a</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Hz. Ca'fer radıyallahu anh, Necâşî'nin huzurunda hangi sûreden âyetler okumuştur?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Fâtiha Sûresi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Yâsîn Sûresi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Meryem Sûresi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Bakara Sûresi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Dayanışma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Sadece kendi aileme yardım etmek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Zor zamanlarda birbirinin yanında olmak ve yardımlaşmak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Sadece arkadaşlarıma destek olmak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zenginlerin fakire yardımı</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Zulme uğradıktan sonra Allah yolunda hicret edenleri dünyada güzel bir şekilde yerleştireceğiz. Âhiret mükâfatı ise daha büyüktür.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Nahl Sûresi, 41. Âyet-i Kerîme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Zor bir durumda birileri bana yardım etti mi? Nasıl hissettirdi?</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Son zamanlarda birine yardım ettiğim bir an var mı? Bunu yapınca ne hissettim?</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Etrafımda dışlanan veya yardıma ihtiyacı olan biri var mı? Ona ne yapabilirim?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Dayanışma ve Sığınma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