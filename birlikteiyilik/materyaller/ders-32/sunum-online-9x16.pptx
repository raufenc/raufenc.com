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Merhamet ve Şefkat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Ümmetim, Ümmetim!</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ümmetine olan engin merhametini kavrar.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Şefaat kavramını ve Peygamber Efendimiz sallallahu aleyhi ve sellem'in şefaat müjdesini açıklar.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Merhamet ve şefkati günlük hayatında uygulama yollarını geliştirir.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Başkaları için fedakârlık yapmanın değerini anlar.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Şefaat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Kıyamet gününde Peygamber Efendimiz sallallahu aleyhi ve sellem'in Allah'ın izniyle ümmetine aracı olması ve bağışlanmalarını dilemesi.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Merhamet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Canlılara karşı duyulan derin acıma, koruma ve iyilik duygusu; Allah'ın en büyük sıfatlarından biri.</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Şefkat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İçten gelen sevgi ve koruma duygusu; acıyı paylaşmak ve yardım etmek isteği.</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Fedakârlık</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Başkalarının iyiliği için kendi çıkarlarından vazgeçmek; sevdikleri uğruna kendini feda etmek.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Mahşer</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Kıyamet gününde bütün insanların hesap vermek üzere toplanacağı büyük meydan.</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Ümmet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sellem'e iman eden bütün Müslümanların oluşturduğu büyük topluluk.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Mahşerde Ümmetini Arayan Peygamber</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Kıyamet gününde bütün peygamberler 'Nefsî, nefsî!' (Canım, canım!) diyerek kendi dertlerine düşecekken, Peygamber Efendimiz sallallahu aleyhi ve sellem 'Ümmetî, ümmetî!' (Ümmetim, ümmetim!) diyecektir. Bu, O'nun ümmetine duyduğu engin merhametin ve şefkatin en büyük göstergesidir.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kıyamet gününün dehşetini anlatırken şefaat müjdesini de vermiştir. O gün güneş insanlara çok yaklaşacak, herkes ter içinde kalacak ve büyük bir korku yaşanacaktır. İnsanlar sırasıyla Hz. Âdem aleyhisselam'dan başlayarak peygamberlere gidecek ve şefaat isteyeceklerdir. Her peygamber 'Bugün benim durumum da zor' diyecektir.</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Sonunda insanlar Peygamber Efendimiz sallallahu aleyhi ve sellem'e geleceklerdir. O, secdeye kapanacak ve Allah'ın izniyle şefaat edecektir. Diğer peygamberler 'Nefsî, nefsî!' derken, Peygamber Efendimiz sallallahu aleyhi ve sellem 'Ümmetî, ümmetî!' diyerek ümmetini düşünecektir. Bu, insanlık tarihinde eşi benzeri görülmemiş bir merhamet ve şefkat örneğidir.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bir hadis-i şerifinde 'Her peygamberin kabul olunmuş bir duası vardır. Her peygamber bu duasını dünyada kullanmıştır. Ben ise duamı kıyamet gününde ümmetime şefaat olarak sakladım' buyurmuştur. Bu söz, O'nun ümmetine olan derin sevgisinin ve fedakârlığının en güzel ifadesidir.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Diğer peygamberler 'Nefsî, nefsî!' derken, ben 'Ümmetî, ümmetî!' diyeceğim.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Andolsun size kendinizden öyle bir peygamber gelmiştir ki, sizin sıkıntıya uğramanız ona çok ağır gelir. O size çok düşkün, müminlere karşı çok şefkatli ve merhametlidir.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Tevbe Sûresi, 128. ayet-i kerime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Boyut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İçimizdeki merhamet duygusunu keşfetmek ve bunu her canlıya karşı göstermek.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Toplumda zayıf, yoksul ve kimsesizlere merhamet eli uzatmak, sosyal sorumluluk taşımak.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Merhamet ve şefkatin imanın ayrılmaz parçası olduğunu kavramak ve yaşamak.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Manevî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sellem'in şefaatine nail olmak için O'nun sünnetine uymak.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Sokak Hayvanı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Kış günü okula giderken yol kenarında titreyerek yatan bir yavru kedi görüyorsun. Soğuktan bitkin düşmüş, gözleri zar zor açılıyor. Okula geç kalacaksın ama kedi acil yardıma muhtaç.</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Kediyi alır, ceketimine sararak ısıtırım. Okula biraz geç kalsam da veteriner...</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Kediyi güvenli bir köşeye koyar, bir kap su bırakırım, ama okula yetişmem lazım.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Üzülürüm ama yapacak bir şeyim yok, geç kalmamam lazım.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Arkadaşın Zor Günü</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yakın arkadaşının ailesi maddi sıkıntı yaşıyor. Arkadaşın okul gezisine katılamayacağını söyledi ve çok üzgün. Diğerleri gezinin planlarını heyecanla konuşuyor, arkadaşın bir kenarda sessizce oturuyor.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Öğretmenimle konuşarak arkadaşımın gezi ücretinin karşılanması için bir çözüm...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üzüldüğümü söylerim ama maddi yardım edemem.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Herkesin kendi maddi durumu kendini ilgilendirir, karışmam.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Merhamet mi Adalet mi?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Küçük kardeşin senin en sevdiğin eşyanı kırdı. Çok kızdın ve ceza vermek istiyorsun. Annen 'Kardeşin küçük, bilerek yapmadı' diyor. Peygamber Efendimiz sallallahu aleyhi ve sellem'in çocuklara karşı merhametini düşünüyorsun.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Öfkemi yatıştırır, kardeşime sarılırım. Eşya değiştirilir ama kardeşimin kalb...</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Kızmam ama kırgın olduğumu belli 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Eşyamı kırdı, ceza hak etti, azarlarım.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Fedakârlık Anı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 başkanı seçimleri var ve sen aday oldun. Ama en yakın arkadaşın da aday ve çok heyecanlı. Arkadaşının bu görevi çok istediğini biliyorsun. Sen de istiyorsun ama arkadaşın için fedakârlık yapmayı düşünüyorsun.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sellem'in ümmeti için duasını saklad...</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İkimiz de aday oluruz, kazanan kazanır 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daha iyiyim, çekilmem, rekabet doğaldır.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Kıyamet gününde Peygamber Efendimiz sallallahu aleyhi ve sellem ne diyecektir?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'Nefsî, nefsî!'</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'Ümmetî, ümmetî!'</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'Ya Rabbi!'</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'Kurtarın beni!'</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duasını ne için saklamıştır?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Dünya zenginliği için</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Uzun ömür için</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Kıyamette ümmetine şefaat için</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Savaş zaferi için</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sellem'in merhametinin kapsamı nedir?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Sadece Müslümanlar</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Sadece insanlar</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Âlemlere rahmet, tüm canlılar</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Araplar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Andolsun size kendinizden öyle bir peygamber gelmiştir ki, sizin sıkıntıya uğramanız ona çok ağır gelir. O size çok düşkün, müminlere karşı çok şefkatli ve merhametlidir.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Tevbe Sûresi, 128. ayet-i kerime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'Ümmetî, ümmetî!' demesi sende nasıl bir duygu uyandırıyor?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Hayatında en çok merhamete ihtiyaç duyan kişi veya canlı kim? Onun için ne yapabilirsin?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Fedakârlık yapmak seni mutlu eder mi? En son ne zaman birisi için fedakârlık yaptın?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Merhamet ve Şefkat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